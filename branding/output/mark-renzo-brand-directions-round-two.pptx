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42a00822394e9a" /><Relationship Type="http://schemas.openxmlformats.org/officeDocument/2006/relationships/extended-properties" Target="/docProps/app.xml" Id="R92132f73cea84901" /><Relationship Type="http://schemas.openxmlformats.org/officeDocument/2006/relationships/officeDocument" Target="/ppt/presentation.xml" Id="R566a14c6d17a4845" /></Relationships>
</file>

<file path=ppt/presentation.xml><?xml version="1.0" encoding="utf-8"?>
<p:presentation xmlns:p="http://schemas.openxmlformats.org/presentationml/2006/main">
  <p:sldMasterIdLst>
    <p:sldMasterId xmlns:r="http://schemas.openxmlformats.org/officeDocument/2006/relationships" id="2147483648" r:id="Ra67a8a05cf5f45b2"/>
  </p:sldMasterIdLst>
  <p:notesMasterIdLst>
    <p:notesMasterId xmlns:r="http://schemas.openxmlformats.org/officeDocument/2006/relationships" r:id="R5222809332174534"/>
  </p:notesMasterIdLst>
  <p:sldIdLst>
    <p:sldId xmlns:r="http://schemas.openxmlformats.org/officeDocument/2006/relationships" id="256" r:id="R9fa1bac11e254787"/>
    <p:sldId xmlns:r="http://schemas.openxmlformats.org/officeDocument/2006/relationships" id="257" r:id="R8c9284715950439c"/>
    <p:sldId xmlns:r="http://schemas.openxmlformats.org/officeDocument/2006/relationships" id="258" r:id="R16bc45beb23b4caa"/>
    <p:sldId xmlns:r="http://schemas.openxmlformats.org/officeDocument/2006/relationships" id="259" r:id="R49935a380bf54063"/>
    <p:sldId xmlns:r="http://schemas.openxmlformats.org/officeDocument/2006/relationships" id="260" r:id="Rc0fe5fb135ef4545"/>
    <p:sldId xmlns:r="http://schemas.openxmlformats.org/officeDocument/2006/relationships" id="261" r:id="R053f8ecafbe24d5e"/>
    <p:sldId xmlns:r="http://schemas.openxmlformats.org/officeDocument/2006/relationships" id="262" r:id="R0c58859038134ea2"/>
    <p:sldId xmlns:r="http://schemas.openxmlformats.org/officeDocument/2006/relationships" id="263" r:id="Rb59df63fc3e54c7f"/>
    <p:sldId xmlns:r="http://schemas.openxmlformats.org/officeDocument/2006/relationships" id="264" r:id="R49718c6fcbf64255"/>
    <p:sldId xmlns:r="http://schemas.openxmlformats.org/officeDocument/2006/relationships" id="265" r:id="R61cbfd1f8e50487f"/>
  </p:sldIdLst>
  <p:sldSz cx="11430000" cy="762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611f63be664f03" /><Relationship Type="http://schemas.openxmlformats.org/officeDocument/2006/relationships/slideMaster" Target="/ppt/slideMasters/slideMaster1.xml" Id="Ra67a8a05cf5f45b2" /><Relationship Type="http://schemas.openxmlformats.org/officeDocument/2006/relationships/notesMaster" Target="/ppt/notesMasters/notesMaster1.xml" Id="R5222809332174534" /><Relationship Type="http://schemas.openxmlformats.org/officeDocument/2006/relationships/presProps" Target="/ppt/presProps.xml" Id="Rc84840186e7846d6" /><Relationship Type="http://schemas.openxmlformats.org/officeDocument/2006/relationships/tableStyles" Target="/ppt/tableStyles.xml" Id="R5a01f586395749e7" /><Relationship Type="http://schemas.openxmlformats.org/officeDocument/2006/relationships/slide" Target="/ppt/slides/slide1.xml" Id="R9fa1bac11e254787" /><Relationship Type="http://schemas.openxmlformats.org/officeDocument/2006/relationships/slide" Target="/ppt/slides/slide2.xml" Id="R8c9284715950439c" /><Relationship Type="http://schemas.openxmlformats.org/officeDocument/2006/relationships/slide" Target="/ppt/slides/slide3.xml" Id="R16bc45beb23b4caa" /><Relationship Type="http://schemas.openxmlformats.org/officeDocument/2006/relationships/slide" Target="/ppt/slides/slide4.xml" Id="R49935a380bf54063" /><Relationship Type="http://schemas.openxmlformats.org/officeDocument/2006/relationships/slide" Target="/ppt/slides/slide5.xml" Id="Rc0fe5fb135ef4545" /><Relationship Type="http://schemas.openxmlformats.org/officeDocument/2006/relationships/slide" Target="/ppt/slides/slide6.xml" Id="R053f8ecafbe24d5e" /><Relationship Type="http://schemas.openxmlformats.org/officeDocument/2006/relationships/slide" Target="/ppt/slides/slide7.xml" Id="R0c58859038134ea2" /><Relationship Type="http://schemas.openxmlformats.org/officeDocument/2006/relationships/slide" Target="/ppt/slides/slide8.xml" Id="Rb59df63fc3e54c7f" /><Relationship Type="http://schemas.openxmlformats.org/officeDocument/2006/relationships/slide" Target="/ppt/slides/slide9.xml" Id="R49718c6fcbf64255" /><Relationship Type="http://schemas.openxmlformats.org/officeDocument/2006/relationships/slide" Target="/ppt/slides/slide10.xml" Id="R61cbfd1f8e5048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34e6426f594e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urious Human Cobalt">
      <a:dk1>
        <a:srgbClr val="20211E"/>
      </a:dk1>
      <a:lt1>
        <a:srgbClr val="FFFFFF"/>
      </a:lt1>
      <a:dk2>
        <a:srgbClr val="62665E"/>
      </a:dk2>
      <a:lt2>
        <a:srgbClr val="F6F5EF"/>
      </a:lt2>
      <a:accent1>
        <a:srgbClr val="2453FF"/>
      </a:accent1>
      <a:accent2>
        <a:srgbClr val="20211E"/>
      </a:accent2>
      <a:accent3>
        <a:srgbClr val="DDEF8B"/>
      </a:accent3>
      <a:accent4>
        <a:srgbClr val="EEA93C"/>
      </a:accent4>
      <a:accent5>
        <a:srgbClr val="DB4975"/>
      </a:accent5>
      <a:accent6>
        <a:srgbClr val="498B81"/>
      </a:accent6>
      <a:hlink>
        <a:srgbClr val="2453FF"/>
      </a:hlink>
      <a:folHlink>
        <a:srgbClr val="2453FF"/>
      </a:folHlink>
    </a:clrScheme>
    <a:fontScheme name="">
      <a:majorFont>
        <a:latin typeface="Aptos"/>
        <a:ea typeface=""/>
        <a:cs typeface=""/>
      </a:majorFont>
      <a:minorFont>
        <a:latin typeface="Aptos"/>
        <a:ea typeface=""/>
        <a:cs typeface=""/>
      </a:minorFont>
    </a:fontScheme>
    <a:fmtScheme name="Curious Human Cobal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d2919b62a34e66" /><Relationship Type="http://schemas.openxmlformats.org/officeDocument/2006/relationships/notesMaster" Target="/ppt/notesMasters/notesMaster1.xml" Id="R19fc290f0df843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f5f5a373c04f05" /><Relationship Type="http://schemas.openxmlformats.org/officeDocument/2006/relationships/notesMaster" Target="/ppt/notesMasters/notesMaster1.xml" Id="Rfb3dbd4c49934e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6d24d7bbd34c88" /><Relationship Type="http://schemas.openxmlformats.org/officeDocument/2006/relationships/notesMaster" Target="/ppt/notesMasters/notesMaster1.xml" Id="R524477896f9d47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e9893c46244258" /><Relationship Type="http://schemas.openxmlformats.org/officeDocument/2006/relationships/notesMaster" Target="/ppt/notesMasters/notesMaster1.xml" Id="Rc26e70f72e9849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4b27f94ce74605" /><Relationship Type="http://schemas.openxmlformats.org/officeDocument/2006/relationships/notesMaster" Target="/ppt/notesMasters/notesMaster1.xml" Id="R2abfd9bb65354f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9cd1230bf042c9" /><Relationship Type="http://schemas.openxmlformats.org/officeDocument/2006/relationships/notesMaster" Target="/ppt/notesMasters/notesMaster1.xml" Id="R4ff16da2051c43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893b11011b40ab" /><Relationship Type="http://schemas.openxmlformats.org/officeDocument/2006/relationships/notesMaster" Target="/ppt/notesMasters/notesMaster1.xml" Id="R865f6bfa77964b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30baa2db16492d" /><Relationship Type="http://schemas.openxmlformats.org/officeDocument/2006/relationships/notesMaster" Target="/ppt/notesMasters/notesMaster1.xml" Id="Rdaa2cbf18e8a48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2b1ee92c224c7d" /><Relationship Type="http://schemas.openxmlformats.org/officeDocument/2006/relationships/notesMaster" Target="/ppt/notesMasters/notesMaster1.xml" Id="R40512e6ab7be4f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dcf3ab82554aca" /><Relationship Type="http://schemas.openxmlformats.org/officeDocument/2006/relationships/notesMaster" Target="/ppt/notesMasters/notesMaster1.xml" Id="R1b5715988a6047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brief, supplied portfolio screenshot and subsequent request for more brand variations plus concept 05 in concept 01’s palette. This is a new concept deck, preserving the first-round deck. All logos and website visuals are design explorations. No website implementation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05B Mark in Motion, in cobalt. Artwork generated for Mark Renzo’s personal brand exploration from the user brief. Source image: /Users/markrenzo/Documents/ChatGPT/markrenzodotcom/branding/concepts/05b-mark-in-motion-cobalt.png. Generated artwork is raster concept material, not production vector logo artwork. Typography suggestions describe a proposed production type system, not an exact identification of generated lettering. Website views are visual concepts, not an implemented or live site. Hybrid direction combines concept 05’s handwritten signature with concept 01’s palette: cobalt #2453FF, paper #F6F5EF, ink #20211E, citron #DDEF8B. Existing portrait references originate at https://markrenzo.com/ with user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05B A homepage for the hybrid. Artwork generated for Mark Renzo’s personal brand exploration from the user brief. Source image: /Users/markrenzo/Documents/ChatGPT/markrenzodotcom/branding/concepts/05b-homepage-preview.png. Generated artwork is raster concept material, not production vector logo artwork. Typography suggestions describe a proposed production type system, not an exact identification of generated lettering. Website views are visual concepts, not an implemented or live site. Hybrid direction combines concept 05’s handwritten signature with concept 01’s palette: cobalt #2453FF, paper #F6F5EF, ink #20211E, citron #DDEF8B. Existing portrait references originate at https://markrenzo.com/ with user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Friendly Oddball. Artwork generated for Mark Renzo’s personal brand exploration from the user brief. Source image: /Users/markrenzo/Documents/ChatGPT/markrenzodotcom/branding/concepts/06-friendly-oddball.png. Generated artwork is raster concept material, not production vector logo artwork. Typography suggestions describe a proposed production type system, not an exact identification of generated lettering. Website views are visual concepts, not an implemented or live site.  Existing portrait references originate at https://markrenzo.com/ with user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Personal Post. Artwork generated for Mark Renzo’s personal brand exploration from the user brief. Source image: /Users/markrenzo/Documents/ChatGPT/markrenzodotcom/branding/concepts/07-personal-post.png. Generated artwork is raster concept material, not production vector logo artwork. Typography suggestions describe a proposed production type system, not an exact identification of generated lettering. Website views are visual concepts, not an implemented or live site.  Existing portrait references originate at https://markrenzo.com/ with user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 Play Mode. Artwork generated for Mark Renzo’s personal brand exploration from the user brief. Source image: /Users/markrenzo/Documents/ChatGPT/markrenzodotcom/branding/concepts/08-play-mode.png. Generated artwork is raster concept material, not production vector logo artwork. Typography suggestions describe a proposed production type system, not an exact identification of generated lettering. Website views are visual concepts, not an implemented or live site.  Existing portrait references originate at https://markrenzo.com/ with user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 Soft Signal. Artwork generated for Mark Renzo’s personal brand exploration from the user brief. Source image: /Users/markrenzo/Documents/ChatGPT/markrenzodotcom/branding/concepts/09-soft-signal.png. Generated artwork is raster concept material, not production vector logo artwork. Typography suggestions describe a proposed production type system, not an exact identification of generated lettering. Website views are visual concepts, not an implemented or live site.  Existing portrait references originate at https://markrenzo.com/ with user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Renzo Editions. Artwork generated for Mark Renzo’s personal brand exploration from the user brief. Source image: /Users/markrenzo/Documents/ChatGPT/markrenzodotcom/branding/concepts/10-renzo-editions.png. Generated artwork is raster concept material, not production vector logo artwork. Typography suggestions describe a proposed production type system, not an exact identification of generated lettering. Website views are visual concepts, not an implemented or live site.  Existing portrait references originate at https://markrenzo.com/ with user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is qualitative design judgment based on the user’s request and the artwork concepts. 05B is an explicit remix of concepts 05 and 01. Friendly Oddball uses a sunny marker style and a small m character. Personal Post uses a postal/slab direction. Play Mode uses a pixel monogram and raspberry tone. Soft Signal uses teal and monoline forms. Renzo Editions uses a high-contrast serif and coral. These are conceptual personalities rather than claims of measured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reflects the user’s explicit request to see concept 05 in concept 01’s palette. It is a design judgment, not a final selection by the user. Suggested alternatives: 06 Friendly Oddball for stronger playful character, 09 Soft Signal for calm, 10 Renzo Editions for editorial expression. Final logo vector construction, proposed typeface confirmation, motion design and site implementation follow direction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7d198a0b0841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15e82105f14f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570e87e2c044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fdf9aef38b4f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25d0b58b5f43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06bae3592249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FCF0B-5F0B-4BC2-8E56-1081F66FEB3E}"/>
              </a:ext>
            </a:extLst>
          </p:cNvPr>
          <p:cNvSpPr>
            <a:spLocks xmlns:a="http://schemas.openxmlformats.org/drawingml/2006/main" noGrp="1"/>
          </p:cNvSpPr>
          <p:nvPr>
            <p:ph type="title" idx="0"/>
          </p:nvPr>
        </p:nvSpPr>
        <p:spPr>
          <a:xfrm xmlns:a="http://schemas.openxmlformats.org/drawingml/2006/main">
            <a:off x="1143000" y="2878667"/>
            <a:ext cx="9144000" cy="1100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5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B299E9-AD8F-40A3-B7DF-92585DB66A2B}"/>
              </a:ext>
            </a:extLst>
          </p:cNvPr>
          <p:cNvSpPr>
            <a:spLocks xmlns:a="http://schemas.openxmlformats.org/drawingml/2006/main" noGrp="1"/>
          </p:cNvSpPr>
          <p:nvPr>
            <p:ph type="subTitle" idx="1"/>
          </p:nvPr>
        </p:nvSpPr>
        <p:spPr>
          <a:xfrm xmlns:a="http://schemas.openxmlformats.org/drawingml/2006/main">
            <a:off x="1714500" y="4191000"/>
            <a:ext cx="8001000" cy="84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969"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4BC3D0-4D02-4C29-BF52-2D951AB24577}"/>
              </a:ext>
            </a:extLst>
          </p:cNvPr>
          <p:cNvSpPr>
            <a:spLocks xmlns:a="http://schemas.openxmlformats.org/drawingml/2006/main" noGrp="1"/>
          </p:cNvSpPr>
          <p:nvPr>
            <p:ph type="title" idx="0"/>
          </p:nvPr>
        </p:nvSpPr>
        <p:spPr>
          <a:xfrm xmlns:a="http://schemas.openxmlformats.org/drawingml/2006/main">
            <a:off x="1143000" y="3175000"/>
            <a:ext cx="9144000" cy="127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3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38340E-820B-489D-BCAA-C8E9241527E8}"/>
              </a:ext>
            </a:extLst>
          </p:cNvPr>
          <p:cNvSpPr>
            <a:spLocks xmlns:a="http://schemas.openxmlformats.org/drawingml/2006/main" noGrp="1"/>
          </p:cNvSpPr>
          <p:nvPr>
            <p:ph type="title" idx="0"/>
          </p:nvPr>
        </p:nvSpPr>
        <p:spPr>
          <a:xfrm xmlns:a="http://schemas.openxmlformats.org/drawingml/2006/main">
            <a:off x="642938" y="592667"/>
            <a:ext cx="10144125" cy="93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04CE80F-6035-436B-B9F0-6BE07F15C413}"/>
              </a:ext>
            </a:extLst>
          </p:cNvPr>
          <p:cNvSpPr>
            <a:spLocks xmlns:a="http://schemas.openxmlformats.org/drawingml/2006/main" noGrp="1"/>
          </p:cNvSpPr>
          <p:nvPr>
            <p:ph type="body" idx="1"/>
          </p:nvPr>
        </p:nvSpPr>
        <p:spPr>
          <a:xfrm xmlns:a="http://schemas.openxmlformats.org/drawingml/2006/main">
            <a:off x="642938" y="2116667"/>
            <a:ext cx="10144125"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9" b="0">
                <a:solidFill>
                  <a:schemeClr val="tx1"/>
                </a:solidFill>
                <a:latin typeface="+mn-lt"/>
                <a:ea typeface="+mn-lt"/>
                <a:cs typeface="+mn-lt"/>
              </a:defRPr>
            </a:defPPr>
            <a:lvl1pPr marL="214313" indent="-214312">
              <a:lnSpc>
                <a:spcPct val="110000"/>
              </a:lnSpc>
              <a:spcBef>
                <a:spcPts val="0"/>
              </a:spcBef>
              <a:spcAft>
                <a:spcPts val="1125"/>
              </a:spcAft>
              <a:buChar char="•"/>
            </a:lvl1pPr>
            <a:lvl2pPr marL="500063" indent="-214312">
              <a:lnSpc>
                <a:spcPct val="110000"/>
              </a:lnSpc>
              <a:spcBef>
                <a:spcPts val="0"/>
              </a:spcBef>
              <a:spcAft>
                <a:spcPts val="1125"/>
              </a:spcAft>
              <a:buChar char="•"/>
            </a:lvl2pPr>
            <a:lvl3pPr marL="785813" indent="-214312">
              <a:lnSpc>
                <a:spcPct val="110000"/>
              </a:lnSpc>
              <a:spcBef>
                <a:spcPts val="0"/>
              </a:spcBef>
              <a:spcAft>
                <a:spcPts val="1125"/>
              </a:spcAft>
              <a:buChar char="•"/>
            </a:lvl3pPr>
            <a:lvl4pPr marL="1071563" indent="-214312">
              <a:lnSpc>
                <a:spcPct val="110000"/>
              </a:lnSpc>
              <a:spcBef>
                <a:spcPts val="0"/>
              </a:spcBef>
              <a:spcAft>
                <a:spcPts val="1125"/>
              </a:spcAft>
              <a:buChar char="•"/>
            </a:lvl4pPr>
            <a:lvl5pPr marL="1357313" indent="-214312">
              <a:lnSpc>
                <a:spcPct val="110000"/>
              </a:lnSpc>
              <a:spcBef>
                <a:spcPts val="0"/>
              </a:spcBef>
              <a:spcAft>
                <a:spcPts val="1125"/>
              </a:spcAft>
              <a:buChar char="•"/>
            </a:lvl5pPr>
            <a:lvl6pPr marL="1643063" indent="-214312">
              <a:lnSpc>
                <a:spcPct val="110000"/>
              </a:lnSpc>
              <a:spcBef>
                <a:spcPts val="0"/>
              </a:spcBef>
              <a:spcAft>
                <a:spcPts val="1125"/>
              </a:spcAft>
              <a:buChar char="•"/>
            </a:lvl6pPr>
            <a:lvl7pPr marL="1928813" indent="-214312">
              <a:lnSpc>
                <a:spcPct val="110000"/>
              </a:lnSpc>
              <a:spcBef>
                <a:spcPts val="0"/>
              </a:spcBef>
              <a:spcAft>
                <a:spcPts val="1125"/>
              </a:spcAft>
              <a:buChar char="•"/>
            </a:lvl7pPr>
            <a:lvl8pPr marL="2214563" indent="-214312">
              <a:lnSpc>
                <a:spcPct val="110000"/>
              </a:lnSpc>
              <a:spcBef>
                <a:spcPts val="0"/>
              </a:spcBef>
              <a:spcAft>
                <a:spcPts val="1125"/>
              </a:spcAft>
              <a:buChar char="•"/>
            </a:lvl8pPr>
            <a:lvl9pPr marL="2500313" indent="-214312">
              <a:lnSpc>
                <a:spcPct val="110000"/>
              </a:lnSpc>
              <a:spcBef>
                <a:spcPts val="0"/>
              </a:spcBef>
              <a:spcAft>
                <a:spcPts val="112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13F5F7-40E4-4F0B-8FD5-D83916D8D448}"/>
              </a:ext>
            </a:extLst>
          </p:cNvPr>
          <p:cNvSpPr>
            <a:spLocks xmlns:a="http://schemas.openxmlformats.org/drawingml/2006/main" noGrp="1"/>
          </p:cNvSpPr>
          <p:nvPr>
            <p:ph type="title" idx="0"/>
          </p:nvPr>
        </p:nvSpPr>
        <p:spPr>
          <a:xfrm xmlns:a="http://schemas.openxmlformats.org/drawingml/2006/main">
            <a:off x="642938" y="592667"/>
            <a:ext cx="10144125" cy="93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BD0281-5104-46FB-936D-1D708B436A3C}"/>
              </a:ext>
            </a:extLst>
          </p:cNvPr>
          <p:cNvSpPr>
            <a:spLocks xmlns:a="http://schemas.openxmlformats.org/drawingml/2006/main" noGrp="1"/>
          </p:cNvSpPr>
          <p:nvPr>
            <p:ph type="body" idx="1"/>
          </p:nvPr>
        </p:nvSpPr>
        <p:spPr>
          <a:xfrm xmlns:a="http://schemas.openxmlformats.org/drawingml/2006/main">
            <a:off x="642938" y="2116667"/>
            <a:ext cx="4714875"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69" b="0">
                <a:solidFill>
                  <a:schemeClr val="tx1"/>
                </a:solidFill>
                <a:latin typeface="+mn-lt"/>
                <a:ea typeface="+mn-lt"/>
                <a:cs typeface="+mn-lt"/>
              </a:defRPr>
            </a:defPPr>
            <a:lvl1pPr marL="214313" indent="-214312">
              <a:lnSpc>
                <a:spcPct val="110000"/>
              </a:lnSpc>
              <a:spcBef>
                <a:spcPts val="0"/>
              </a:spcBef>
              <a:spcAft>
                <a:spcPts val="1125"/>
              </a:spcAft>
              <a:buChar char="•"/>
            </a:lvl1pPr>
            <a:lvl2pPr marL="500063" indent="-214312">
              <a:lnSpc>
                <a:spcPct val="110000"/>
              </a:lnSpc>
              <a:spcBef>
                <a:spcPts val="0"/>
              </a:spcBef>
              <a:spcAft>
                <a:spcPts val="1125"/>
              </a:spcAft>
              <a:buChar char="•"/>
            </a:lvl2pPr>
            <a:lvl3pPr marL="785813" indent="-214312">
              <a:lnSpc>
                <a:spcPct val="110000"/>
              </a:lnSpc>
              <a:spcBef>
                <a:spcPts val="0"/>
              </a:spcBef>
              <a:spcAft>
                <a:spcPts val="1125"/>
              </a:spcAft>
              <a:buChar char="•"/>
            </a:lvl3pPr>
            <a:lvl4pPr marL="1071563" indent="-214312">
              <a:lnSpc>
                <a:spcPct val="110000"/>
              </a:lnSpc>
              <a:spcBef>
                <a:spcPts val="0"/>
              </a:spcBef>
              <a:spcAft>
                <a:spcPts val="1125"/>
              </a:spcAft>
              <a:buChar char="•"/>
            </a:lvl4pPr>
            <a:lvl5pPr marL="1357313" indent="-214312">
              <a:lnSpc>
                <a:spcPct val="110000"/>
              </a:lnSpc>
              <a:spcBef>
                <a:spcPts val="0"/>
              </a:spcBef>
              <a:spcAft>
                <a:spcPts val="1125"/>
              </a:spcAft>
              <a:buChar char="•"/>
            </a:lvl5pPr>
            <a:lvl6pPr marL="1643063" indent="-214312">
              <a:lnSpc>
                <a:spcPct val="110000"/>
              </a:lnSpc>
              <a:spcBef>
                <a:spcPts val="0"/>
              </a:spcBef>
              <a:spcAft>
                <a:spcPts val="1125"/>
              </a:spcAft>
              <a:buChar char="•"/>
            </a:lvl6pPr>
            <a:lvl7pPr marL="1928813" indent="-214312">
              <a:lnSpc>
                <a:spcPct val="110000"/>
              </a:lnSpc>
              <a:spcBef>
                <a:spcPts val="0"/>
              </a:spcBef>
              <a:spcAft>
                <a:spcPts val="1125"/>
              </a:spcAft>
              <a:buChar char="•"/>
            </a:lvl7pPr>
            <a:lvl8pPr marL="2214563" indent="-214312">
              <a:lnSpc>
                <a:spcPct val="110000"/>
              </a:lnSpc>
              <a:spcBef>
                <a:spcPts val="0"/>
              </a:spcBef>
              <a:spcAft>
                <a:spcPts val="1125"/>
              </a:spcAft>
              <a:buChar char="•"/>
            </a:lvl8pPr>
            <a:lvl9pPr marL="2500313" indent="-214312">
              <a:lnSpc>
                <a:spcPct val="110000"/>
              </a:lnSpc>
              <a:spcBef>
                <a:spcPts val="0"/>
              </a:spcBef>
              <a:spcAft>
                <a:spcPts val="112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2F0E685-4CE1-4756-A55F-55ED8664B3C3}"/>
              </a:ext>
            </a:extLst>
          </p:cNvPr>
          <p:cNvSpPr>
            <a:spLocks xmlns:a="http://schemas.openxmlformats.org/drawingml/2006/main" noGrp="1"/>
          </p:cNvSpPr>
          <p:nvPr>
            <p:ph type="body" idx="2"/>
          </p:nvPr>
        </p:nvSpPr>
        <p:spPr>
          <a:xfrm xmlns:a="http://schemas.openxmlformats.org/drawingml/2006/main">
            <a:off x="6072188" y="2116667"/>
            <a:ext cx="4714875"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69" b="0">
                <a:solidFill>
                  <a:schemeClr val="tx1"/>
                </a:solidFill>
                <a:latin typeface="+mn-lt"/>
                <a:ea typeface="+mn-lt"/>
                <a:cs typeface="+mn-lt"/>
              </a:defRPr>
            </a:defPPr>
            <a:lvl1pPr marL="214313" indent="-214312">
              <a:lnSpc>
                <a:spcPct val="110000"/>
              </a:lnSpc>
              <a:spcBef>
                <a:spcPts val="0"/>
              </a:spcBef>
              <a:spcAft>
                <a:spcPts val="1125"/>
              </a:spcAft>
              <a:buChar char="•"/>
            </a:lvl1pPr>
            <a:lvl2pPr marL="500063" indent="-214312">
              <a:lnSpc>
                <a:spcPct val="110000"/>
              </a:lnSpc>
              <a:spcBef>
                <a:spcPts val="0"/>
              </a:spcBef>
              <a:spcAft>
                <a:spcPts val="1125"/>
              </a:spcAft>
              <a:buChar char="•"/>
            </a:lvl2pPr>
            <a:lvl3pPr marL="785813" indent="-214312">
              <a:lnSpc>
                <a:spcPct val="110000"/>
              </a:lnSpc>
              <a:spcBef>
                <a:spcPts val="0"/>
              </a:spcBef>
              <a:spcAft>
                <a:spcPts val="1125"/>
              </a:spcAft>
              <a:buChar char="•"/>
            </a:lvl3pPr>
            <a:lvl4pPr marL="1071563" indent="-214312">
              <a:lnSpc>
                <a:spcPct val="110000"/>
              </a:lnSpc>
              <a:spcBef>
                <a:spcPts val="0"/>
              </a:spcBef>
              <a:spcAft>
                <a:spcPts val="1125"/>
              </a:spcAft>
              <a:buChar char="•"/>
            </a:lvl4pPr>
            <a:lvl5pPr marL="1357313" indent="-214312">
              <a:lnSpc>
                <a:spcPct val="110000"/>
              </a:lnSpc>
              <a:spcBef>
                <a:spcPts val="0"/>
              </a:spcBef>
              <a:spcAft>
                <a:spcPts val="1125"/>
              </a:spcAft>
              <a:buChar char="•"/>
            </a:lvl5pPr>
            <a:lvl6pPr marL="1643063" indent="-214312">
              <a:lnSpc>
                <a:spcPct val="110000"/>
              </a:lnSpc>
              <a:spcBef>
                <a:spcPts val="0"/>
              </a:spcBef>
              <a:spcAft>
                <a:spcPts val="1125"/>
              </a:spcAft>
              <a:buChar char="•"/>
            </a:lvl6pPr>
            <a:lvl7pPr marL="1928813" indent="-214312">
              <a:lnSpc>
                <a:spcPct val="110000"/>
              </a:lnSpc>
              <a:spcBef>
                <a:spcPts val="0"/>
              </a:spcBef>
              <a:spcAft>
                <a:spcPts val="1125"/>
              </a:spcAft>
              <a:buChar char="•"/>
            </a:lvl7pPr>
            <a:lvl8pPr marL="2214563" indent="-214312">
              <a:lnSpc>
                <a:spcPct val="110000"/>
              </a:lnSpc>
              <a:spcBef>
                <a:spcPts val="0"/>
              </a:spcBef>
              <a:spcAft>
                <a:spcPts val="1125"/>
              </a:spcAft>
              <a:buChar char="•"/>
            </a:lvl8pPr>
            <a:lvl9pPr marL="2500313" indent="-214312">
              <a:lnSpc>
                <a:spcPct val="110000"/>
              </a:lnSpc>
              <a:spcBef>
                <a:spcPts val="0"/>
              </a:spcBef>
              <a:spcAft>
                <a:spcPts val="112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2D856C-29BB-4EA1-9E95-B212EFAE0BD1}"/>
              </a:ext>
            </a:extLst>
          </p:cNvPr>
          <p:cNvSpPr>
            <a:spLocks xmlns:a="http://schemas.openxmlformats.org/drawingml/2006/main" noGrp="1"/>
          </p:cNvSpPr>
          <p:nvPr>
            <p:ph type="title" idx="0"/>
          </p:nvPr>
        </p:nvSpPr>
        <p:spPr>
          <a:xfrm xmlns:a="http://schemas.openxmlformats.org/drawingml/2006/main">
            <a:off x="642938" y="592667"/>
            <a:ext cx="10144125" cy="93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03811D-3EC8-42B5-ADE3-DE01FF08DC3B}"/>
              </a:ext>
            </a:extLst>
          </p:cNvPr>
          <p:cNvSpPr>
            <a:spLocks xmlns:a="http://schemas.openxmlformats.org/drawingml/2006/main" noGrp="1"/>
          </p:cNvSpPr>
          <p:nvPr>
            <p:ph type="body" idx="1"/>
          </p:nvPr>
        </p:nvSpPr>
        <p:spPr>
          <a:xfrm xmlns:a="http://schemas.openxmlformats.org/drawingml/2006/main">
            <a:off x="642938" y="2116667"/>
            <a:ext cx="4714875"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9" b="0">
                <a:solidFill>
                  <a:schemeClr val="tx1"/>
                </a:solidFill>
                <a:latin typeface="+mn-lt"/>
                <a:ea typeface="+mn-lt"/>
                <a:cs typeface="+mn-lt"/>
              </a:defRPr>
            </a:defPPr>
            <a:lvl1pPr marL="214313" indent="-214312">
              <a:lnSpc>
                <a:spcPct val="110000"/>
              </a:lnSpc>
              <a:spcBef>
                <a:spcPts val="0"/>
              </a:spcBef>
              <a:spcAft>
                <a:spcPts val="1125"/>
              </a:spcAft>
              <a:buChar char="•"/>
            </a:lvl1pPr>
            <a:lvl2pPr marL="500063" indent="-214312">
              <a:lnSpc>
                <a:spcPct val="110000"/>
              </a:lnSpc>
              <a:spcBef>
                <a:spcPts val="0"/>
              </a:spcBef>
              <a:spcAft>
                <a:spcPts val="1125"/>
              </a:spcAft>
              <a:buChar char="•"/>
            </a:lvl2pPr>
            <a:lvl3pPr marL="785813" indent="-214312">
              <a:lnSpc>
                <a:spcPct val="110000"/>
              </a:lnSpc>
              <a:spcBef>
                <a:spcPts val="0"/>
              </a:spcBef>
              <a:spcAft>
                <a:spcPts val="1125"/>
              </a:spcAft>
              <a:buChar char="•"/>
            </a:lvl3pPr>
            <a:lvl4pPr marL="1071563" indent="-214312">
              <a:lnSpc>
                <a:spcPct val="110000"/>
              </a:lnSpc>
              <a:spcBef>
                <a:spcPts val="0"/>
              </a:spcBef>
              <a:spcAft>
                <a:spcPts val="1125"/>
              </a:spcAft>
              <a:buChar char="•"/>
            </a:lvl4pPr>
            <a:lvl5pPr marL="1357313" indent="-214312">
              <a:lnSpc>
                <a:spcPct val="110000"/>
              </a:lnSpc>
              <a:spcBef>
                <a:spcPts val="0"/>
              </a:spcBef>
              <a:spcAft>
                <a:spcPts val="1125"/>
              </a:spcAft>
              <a:buChar char="•"/>
            </a:lvl5pPr>
            <a:lvl6pPr marL="1643063" indent="-214312">
              <a:lnSpc>
                <a:spcPct val="110000"/>
              </a:lnSpc>
              <a:spcBef>
                <a:spcPts val="0"/>
              </a:spcBef>
              <a:spcAft>
                <a:spcPts val="1125"/>
              </a:spcAft>
              <a:buChar char="•"/>
            </a:lvl6pPr>
            <a:lvl7pPr marL="1928813" indent="-214312">
              <a:lnSpc>
                <a:spcPct val="110000"/>
              </a:lnSpc>
              <a:spcBef>
                <a:spcPts val="0"/>
              </a:spcBef>
              <a:spcAft>
                <a:spcPts val="1125"/>
              </a:spcAft>
              <a:buChar char="•"/>
            </a:lvl7pPr>
            <a:lvl8pPr marL="2214563" indent="-214312">
              <a:lnSpc>
                <a:spcPct val="110000"/>
              </a:lnSpc>
              <a:spcBef>
                <a:spcPts val="0"/>
              </a:spcBef>
              <a:spcAft>
                <a:spcPts val="1125"/>
              </a:spcAft>
              <a:buChar char="•"/>
            </a:lvl8pPr>
            <a:lvl9pPr marL="2500313" indent="-214312">
              <a:lnSpc>
                <a:spcPct val="110000"/>
              </a:lnSpc>
              <a:spcBef>
                <a:spcPts val="0"/>
              </a:spcBef>
              <a:spcAft>
                <a:spcPts val="112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592a7c6e3c4528" /><Relationship Type="http://schemas.openxmlformats.org/officeDocument/2006/relationships/slideLayout" Target="/ppt/slideLayouts/slideLayout1.xml" Id="Rfda4e1786b294155" /><Relationship Type="http://schemas.openxmlformats.org/officeDocument/2006/relationships/slideLayout" Target="/ppt/slideLayouts/slideLayout2.xml" Id="Rdd8ff9fb50064c50" /><Relationship Type="http://schemas.openxmlformats.org/officeDocument/2006/relationships/slideLayout" Target="/ppt/slideLayouts/slideLayout3.xml" Id="Raf59dcc3142a4d81" /><Relationship Type="http://schemas.openxmlformats.org/officeDocument/2006/relationships/slideLayout" Target="/ppt/slideLayouts/slideLayout4.xml" Id="R6fe6d2492ade4166" /><Relationship Type="http://schemas.openxmlformats.org/officeDocument/2006/relationships/slideLayout" Target="/ppt/slideLayouts/slideLayout5.xml" Id="R32b9de7f0cb14a5e" /><Relationship Type="http://schemas.openxmlformats.org/officeDocument/2006/relationships/slideLayout" Target="/ppt/slideLayouts/slideLayout6.xml" Id="Rd0ed4562eea44b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a4e1786b294155"/>
    <p:sldLayoutId xmlns:r="http://schemas.openxmlformats.org/officeDocument/2006/relationships" id="2147483650" r:id="Rdd8ff9fb50064c50"/>
    <p:sldLayoutId xmlns:r="http://schemas.openxmlformats.org/officeDocument/2006/relationships" id="2147483651" r:id="Raf59dcc3142a4d81"/>
    <p:sldLayoutId xmlns:r="http://schemas.openxmlformats.org/officeDocument/2006/relationships" id="2147483652" r:id="R6fe6d2492ade4166"/>
    <p:sldLayoutId xmlns:r="http://schemas.openxmlformats.org/officeDocument/2006/relationships" id="2147483653" r:id="R32b9de7f0cb14a5e"/>
    <p:sldLayoutId xmlns:r="http://schemas.openxmlformats.org/officeDocument/2006/relationships" id="2147483654" r:id="Rd0ed4562eea44b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urious Human Cobalt">
      <a:dk1>
        <a:srgbClr val="20211E"/>
      </a:dk1>
      <a:lt1>
        <a:srgbClr val="FFFFFF"/>
      </a:lt1>
      <a:dk2>
        <a:srgbClr val="62665E"/>
      </a:dk2>
      <a:lt2>
        <a:srgbClr val="F6F5EF"/>
      </a:lt2>
      <a:accent1>
        <a:srgbClr val="2453FF"/>
      </a:accent1>
      <a:accent2>
        <a:srgbClr val="20211E"/>
      </a:accent2>
      <a:accent3>
        <a:srgbClr val="DDEF8B"/>
      </a:accent3>
      <a:accent4>
        <a:srgbClr val="EEA93C"/>
      </a:accent4>
      <a:accent5>
        <a:srgbClr val="DB4975"/>
      </a:accent5>
      <a:accent6>
        <a:srgbClr val="498B81"/>
      </a:accent6>
      <a:hlink>
        <a:srgbClr val="2453FF"/>
      </a:hlink>
      <a:folHlink>
        <a:srgbClr val="2453FF"/>
      </a:folHlink>
    </a:clrScheme>
    <a:fontScheme name="">
      <a:majorFont>
        <a:latin typeface="Aptos"/>
        <a:ea typeface=""/>
        <a:cs typeface=""/>
      </a:majorFont>
      <a:minorFont>
        <a:latin typeface="Aptos"/>
        <a:ea typeface=""/>
        <a:cs typeface=""/>
      </a:minorFont>
    </a:fontScheme>
    <a:fmtScheme name="Curious Human Cobal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2721a3caef487a" /><Relationship Type="http://schemas.openxmlformats.org/officeDocument/2006/relationships/notesSlide" Target="/ppt/notesSlides/notesSlide1.xml" Id="R9273afd55fae4b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49b2926b2a4cd7" /><Relationship Type="http://schemas.openxmlformats.org/officeDocument/2006/relationships/image" Target="/ppt/media/image.png" Id="Rd9a838e6204644e9" /><Relationship Type="http://schemas.openxmlformats.org/officeDocument/2006/relationships/notesSlide" Target="/ppt/notesSlides/notesSlide2.xml" Id="R2386037a620143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94afba4e794951" /><Relationship Type="http://schemas.openxmlformats.org/officeDocument/2006/relationships/image" Target="/ppt/media/image2.png" Id="Rd6dc7d3c2b0c4f69" /><Relationship Type="http://schemas.openxmlformats.org/officeDocument/2006/relationships/notesSlide" Target="/ppt/notesSlides/notesSlide3.xml" Id="Ra07a9a051bd643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797f0fe4fc4dca" /><Relationship Type="http://schemas.openxmlformats.org/officeDocument/2006/relationships/image" Target="/ppt/media/image3.png" Id="Rcaecb06157ff471d" /><Relationship Type="http://schemas.openxmlformats.org/officeDocument/2006/relationships/notesSlide" Target="/ppt/notesSlides/notesSlide4.xml" Id="R4a71b68ec7ab49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d70f3e20004373" /><Relationship Type="http://schemas.openxmlformats.org/officeDocument/2006/relationships/image" Target="/ppt/media/image4.png" Id="Rcb9e352415ad4c0c" /><Relationship Type="http://schemas.openxmlformats.org/officeDocument/2006/relationships/notesSlide" Target="/ppt/notesSlides/notesSlide5.xml" Id="R47c2e0a5aad049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00e25e35654ee2" /><Relationship Type="http://schemas.openxmlformats.org/officeDocument/2006/relationships/image" Target="/ppt/media/image5.png" Id="Rf80eccb6fff94a64" /><Relationship Type="http://schemas.openxmlformats.org/officeDocument/2006/relationships/notesSlide" Target="/ppt/notesSlides/notesSlide6.xml" Id="Re1279d49abf34f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71ee9caf424d5b" /><Relationship Type="http://schemas.openxmlformats.org/officeDocument/2006/relationships/image" Target="/ppt/media/image6.png" Id="Rea15d1c99be14f9b" /><Relationship Type="http://schemas.openxmlformats.org/officeDocument/2006/relationships/notesSlide" Target="/ppt/notesSlides/notesSlide7.xml" Id="R8de24727625a46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0843ba708d4db0" /><Relationship Type="http://schemas.openxmlformats.org/officeDocument/2006/relationships/image" Target="/ppt/media/image7.png" Id="R776184430f8f435c" /><Relationship Type="http://schemas.openxmlformats.org/officeDocument/2006/relationships/notesSlide" Target="/ppt/notesSlides/notesSlide8.xml" Id="R67c66040453646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68e72b9e2584556" /><Relationship Type="http://schemas.openxmlformats.org/officeDocument/2006/relationships/notesSlide" Target="/ppt/notesSlides/notesSlide9.xml" Id="Rc04149c0c4bb49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fb72a385af141f2" /><Relationship Type="http://schemas.openxmlformats.org/officeDocument/2006/relationships/notesSlide" Target="/ppt/notesSlides/notesSlide10.xml" Id="R6f2c8d520c3b4073" /></Relationships>
</file>

<file path=ppt/slides/slide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Mark Renzo">
            <a:extLst xmlns:a="http://schemas.openxmlformats.org/drawingml/2006/main">
              <a:ext uri="{FF2B5EF4-FFF2-40B4-BE49-F238E27FC236}">
                <a16:creationId xmlns:a16="http://schemas.microsoft.com/office/drawing/2014/main" id="{27CEE6D6-3056-4ACF-ACD4-410C4DE10B4B}"/>
              </a:ext>
            </a:extLst>
          </p:cNvPr>
          <p:cNvSpPr>
            <a:spLocks xmlns:a="http://schemas.openxmlformats.org/drawingml/2006/main" noGrp="1"/>
          </p:cNvSpPr>
          <p:nvPr/>
        </p:nvSpPr>
        <p:spPr>
          <a:xfrm xmlns:a="http://schemas.openxmlformats.org/drawingml/2006/main">
            <a:off x="609600" y="695325"/>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20211E"/>
                </a:solidFill>
                <a:latin typeface="Helvetica Neue"/>
                <a:ea typeface="Helvetica Neue"/>
                <a:cs typeface="Helvetica Neue"/>
              </a:defRPr>
            </a:defPPr>
          </a:lstStyle>
          <a:p xmlns:a="http://schemas.openxmlformats.org/drawingml/2006/main">
            <a:pPr>
              <a:defRPr sz="2400" b="1">
                <a:solidFill>
                  <a:srgbClr val="20211E"/>
                </a:solidFill>
                <a:latin typeface="Helvetica Neue"/>
                <a:ea typeface="Helvetica Neue"/>
                <a:cs typeface="Helvetica Neue"/>
              </a:defRPr>
            </a:pPr>
            <a:r>
              <a:rPr sz="2400" b="1">
                <a:solidFill>
                  <a:srgbClr val="20211E"/>
                </a:solidFill>
                <a:latin typeface="Helvetica Neue"/>
                <a:ea typeface="Helvetica Neue"/>
                <a:cs typeface="Helvetica Neue"/>
              </a:rPr>
              <a:t>Mark Renzo</a:t>
            </a:r>
          </a:p>
        </p:txBody>
      </p:sp>
      <p:sp>
        <p:nvSpPr>
          <p:cNvPr id="2" name="More ways to&#10;make your mark">
            <a:extLst xmlns:a="http://schemas.openxmlformats.org/drawingml/2006/main">
              <a:ext uri="{FF2B5EF4-FFF2-40B4-BE49-F238E27FC236}">
                <a16:creationId xmlns:a16="http://schemas.microsoft.com/office/drawing/2014/main" id="{9CFE29AF-62B3-4147-87A5-81C05D8778C4}"/>
              </a:ext>
            </a:extLst>
          </p:cNvPr>
          <p:cNvSpPr>
            <a:spLocks xmlns:a="http://schemas.openxmlformats.org/drawingml/2006/main" noGrp="1"/>
          </p:cNvSpPr>
          <p:nvPr/>
        </p:nvSpPr>
        <p:spPr>
          <a:xfrm xmlns:a="http://schemas.openxmlformats.org/drawingml/2006/main">
            <a:off x="590550" y="2257425"/>
            <a:ext cx="102108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900" b="1">
                <a:solidFill>
                  <a:srgbClr val="2453FF"/>
                </a:solidFill>
                <a:latin typeface="Helvetica Neue"/>
                <a:ea typeface="Helvetica Neue"/>
                <a:cs typeface="Helvetica Neue"/>
              </a:defRPr>
            </a:defPPr>
          </a:lstStyle>
          <a:p xmlns:a="http://schemas.openxmlformats.org/drawingml/2006/main">
            <a:pPr>
              <a:defRPr sz="6900" b="1">
                <a:solidFill>
                  <a:srgbClr val="2453FF"/>
                </a:solidFill>
                <a:latin typeface="Helvetica Neue"/>
                <a:ea typeface="Helvetica Neue"/>
                <a:cs typeface="Helvetica Neue"/>
              </a:defRPr>
            </a:pPr>
            <a:r>
              <a:rPr sz="6900" b="1">
                <a:solidFill>
                  <a:srgbClr val="2453FF"/>
                </a:solidFill>
                <a:latin typeface="Helvetica Neue"/>
                <a:ea typeface="Helvetica Neue"/>
                <a:cs typeface="Helvetica Neue"/>
              </a:rPr>
              <a:t>More ways to</a:t>
            </a:r>
          </a:p>
          <a:p xmlns:a="http://schemas.openxmlformats.org/drawingml/2006/main">
            <a:pPr>
              <a:defRPr sz="6900" b="1">
                <a:solidFill>
                  <a:srgbClr val="2453FF"/>
                </a:solidFill>
                <a:latin typeface="Helvetica Neue"/>
                <a:ea typeface="Helvetica Neue"/>
                <a:cs typeface="Helvetica Neue"/>
              </a:defRPr>
            </a:pPr>
            <a:r>
              <a:rPr sz="6900" b="1">
                <a:solidFill>
                  <a:srgbClr val="2453FF"/>
                </a:solidFill>
                <a:latin typeface="Helvetica Neue"/>
                <a:ea typeface="Helvetica Neue"/>
                <a:cs typeface="Helvetica Neue"/>
              </a:rPr>
              <a:t>make your mark</a:t>
            </a:r>
          </a:p>
        </p:txBody>
      </p:sp>
      <p:sp>
        <p:nvSpPr>
          <p:cNvPr id="3" name="One signature remix. Five new directions">
            <a:extLst xmlns:a="http://schemas.openxmlformats.org/drawingml/2006/main">
              <a:ext uri="{FF2B5EF4-FFF2-40B4-BE49-F238E27FC236}">
                <a16:creationId xmlns:a16="http://schemas.microsoft.com/office/drawing/2014/main" id="{BA08EDE5-D599-48A0-8A10-3C7097313ACE}"/>
              </a:ext>
            </a:extLst>
          </p:cNvPr>
          <p:cNvSpPr>
            <a:spLocks xmlns:a="http://schemas.openxmlformats.org/drawingml/2006/main" noGrp="1"/>
          </p:cNvSpPr>
          <p:nvPr/>
        </p:nvSpPr>
        <p:spPr>
          <a:xfrm xmlns:a="http://schemas.openxmlformats.org/drawingml/2006/main">
            <a:off x="638175" y="5276850"/>
            <a:ext cx="1019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62665E"/>
                </a:solidFill>
                <a:latin typeface="Helvetica Neue"/>
                <a:ea typeface="Helvetica Neue"/>
                <a:cs typeface="Helvetica Neue"/>
              </a:defRPr>
            </a:defPPr>
          </a:lstStyle>
          <a:p xmlns:a="http://schemas.openxmlformats.org/drawingml/2006/main">
            <a:pPr>
              <a:defRPr sz="2175" b="0">
                <a:solidFill>
                  <a:srgbClr val="62665E"/>
                </a:solidFill>
                <a:latin typeface="Helvetica Neue"/>
                <a:ea typeface="Helvetica Neue"/>
                <a:cs typeface="Helvetica Neue"/>
              </a:defRPr>
            </a:pPr>
            <a:r>
              <a:rPr sz="2175" b="0">
                <a:solidFill>
                  <a:srgbClr val="62665E"/>
                </a:solidFill>
                <a:latin typeface="Helvetica Neue"/>
                <a:ea typeface="Helvetica Neue"/>
                <a:cs typeface="Helvetica Neue"/>
              </a:rPr>
              <a:t>One signature remix. Five new directions.</a:t>
            </a:r>
          </a:p>
        </p:txBody>
      </p:sp>
      <p:sp>
        <p:nvSpPr>
          <p:cNvPr id="4" name="Round two">
            <a:extLst xmlns:a="http://schemas.openxmlformats.org/drawingml/2006/main">
              <a:ext uri="{FF2B5EF4-FFF2-40B4-BE49-F238E27FC236}">
                <a16:creationId xmlns:a16="http://schemas.microsoft.com/office/drawing/2014/main" id="{464E4FB1-32AD-4AAA-B3FD-B14B250D6A7C}"/>
              </a:ext>
            </a:extLst>
          </p:cNvPr>
          <p:cNvSpPr>
            <a:spLocks xmlns:a="http://schemas.openxmlformats.org/drawingml/2006/main" noGrp="1"/>
          </p:cNvSpPr>
          <p:nvPr/>
        </p:nvSpPr>
        <p:spPr>
          <a:xfrm xmlns:a="http://schemas.openxmlformats.org/drawingml/2006/main">
            <a:off x="638175" y="6810375"/>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2665E"/>
                </a:solidFill>
                <a:latin typeface="Helvetica Neue"/>
                <a:ea typeface="Helvetica Neue"/>
                <a:cs typeface="Helvetica Neue"/>
              </a:defRPr>
            </a:defPPr>
          </a:lstStyle>
          <a:p xmlns:a="http://schemas.openxmlformats.org/drawingml/2006/main">
            <a:pPr>
              <a:defRPr sz="1725" b="0">
                <a:solidFill>
                  <a:srgbClr val="62665E"/>
                </a:solidFill>
                <a:latin typeface="Helvetica Neue"/>
                <a:ea typeface="Helvetica Neue"/>
                <a:cs typeface="Helvetica Neue"/>
              </a:defRPr>
            </a:pPr>
            <a:r>
              <a:rPr sz="1725" b="0">
                <a:solidFill>
                  <a:srgbClr val="62665E"/>
                </a:solidFill>
                <a:latin typeface="Helvetica Neue"/>
                <a:ea typeface="Helvetica Neue"/>
                <a:cs typeface="Helvetica Neue"/>
              </a:rPr>
              <a:t>Round two</a:t>
            </a:r>
          </a:p>
        </p:txBody>
      </p:sp>
    </p:spTree>
    <p:extLst>
      <p:ext uri="{BB962C8B-B14F-4D97-AF65-F5344CB8AC3E}">
        <p14:creationId xmlns:p14="http://schemas.microsoft.com/office/powerpoint/2010/main" val="1407179535"/>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7314A5A8-1C1F-445C-A3E6-E09DE8D1C62B}"/>
              </a:ext>
            </a:extLst>
          </p:cNvPr>
          <p:cNvPicPr>
            <a:picLocks xmlns:a="http://schemas.openxmlformats.org/drawingml/2006/main" noChangeAspect="1"/>
          </p:cNvPicPr>
          <p:nvPr/>
        </p:nvPicPr>
        <p:blipFill>
          <a:blip xmlns:r="http://schemas.openxmlformats.org/officeDocument/2006/relationships" xmlns:a="http://schemas.openxmlformats.org/drawingml/2006/main" r:embed="Rd9a838e6204644e9"/>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5B  Mark in Motion, in cobalt">
            <a:extLst xmlns:a="http://schemas.openxmlformats.org/drawingml/2006/main">
              <a:ext uri="{FF2B5EF4-FFF2-40B4-BE49-F238E27FC236}">
                <a16:creationId xmlns:a16="http://schemas.microsoft.com/office/drawing/2014/main" id="{4C2299A9-A90D-454F-A13D-06804F300635}"/>
              </a:ext>
            </a:extLst>
          </p:cNvPr>
          <p:cNvSpPr>
            <a:spLocks xmlns:a="http://schemas.openxmlformats.org/drawingml/2006/main" noGrp="1"/>
          </p:cNvSpPr>
          <p:nvPr/>
        </p:nvSpPr>
        <p:spPr>
          <a:xfrm xmlns:a="http://schemas.openxmlformats.org/drawingml/2006/main">
            <a:off x="476250" y="72104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20211E"/>
                </a:solidFill>
                <a:latin typeface="Helvetica Neue"/>
                <a:ea typeface="Helvetica Neue"/>
                <a:cs typeface="Helvetica Neue"/>
              </a:defRPr>
            </a:defPPr>
          </a:lstStyle>
          <a:p xmlns:a="http://schemas.openxmlformats.org/drawingml/2006/main">
            <a:pPr>
              <a:defRPr sz="1725" b="1">
                <a:solidFill>
                  <a:srgbClr val="20211E"/>
                </a:solidFill>
                <a:latin typeface="Helvetica Neue"/>
                <a:ea typeface="Helvetica Neue"/>
                <a:cs typeface="Helvetica Neue"/>
              </a:defRPr>
            </a:pPr>
            <a:r>
              <a:rPr sz="1725" b="1">
                <a:solidFill>
                  <a:srgbClr val="20211E"/>
                </a:solidFill>
                <a:latin typeface="Helvetica Neue"/>
                <a:ea typeface="Helvetica Neue"/>
                <a:cs typeface="Helvetica Neue"/>
              </a:rPr>
              <a:t>05B  Mark in Motion, in cobalt</a:t>
            </a:r>
          </a:p>
        </p:txBody>
      </p:sp>
      <p:sp>
        <p:nvSpPr>
          <p:cNvPr id="3" name="Identity concept">
            <a:extLst xmlns:a="http://schemas.openxmlformats.org/drawingml/2006/main">
              <a:ext uri="{FF2B5EF4-FFF2-40B4-BE49-F238E27FC236}">
                <a16:creationId xmlns:a16="http://schemas.microsoft.com/office/drawing/2014/main" id="{FCED2061-1025-4F2B-8A36-CE567B4B5405}"/>
              </a:ext>
            </a:extLst>
          </p:cNvPr>
          <p:cNvSpPr>
            <a:spLocks xmlns:a="http://schemas.openxmlformats.org/drawingml/2006/main" noGrp="1"/>
          </p:cNvSpPr>
          <p:nvPr/>
        </p:nvSpPr>
        <p:spPr>
          <a:xfrm xmlns:a="http://schemas.openxmlformats.org/drawingml/2006/main">
            <a:off x="8915400" y="725805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2665E"/>
                </a:solidFill>
                <a:latin typeface="Helvetica Neue"/>
                <a:ea typeface="Helvetica Neue"/>
                <a:cs typeface="Helvetica Neue"/>
              </a:defRPr>
            </a:defPPr>
          </a:lstStyle>
          <a:p xmlns:a="http://schemas.openxmlformats.org/drawingml/2006/main">
            <a:pPr algn="r">
              <a:defRPr sz="1350" b="0">
                <a:solidFill>
                  <a:srgbClr val="62665E"/>
                </a:solidFill>
                <a:latin typeface="Helvetica Neue"/>
                <a:ea typeface="Helvetica Neue"/>
                <a:cs typeface="Helvetica Neue"/>
              </a:defRPr>
            </a:pPr>
            <a:r>
              <a:rPr sz="1350" b="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1920206271"/>
      </p:ext>
    </p:extLst>
  </p:cSld>
</p:sld>
</file>

<file path=ppt/slides/slide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5CC36B70-F492-48C5-B1C9-784A8DBB8AD9}"/>
              </a:ext>
            </a:extLst>
          </p:cNvPr>
          <p:cNvPicPr>
            <a:picLocks xmlns:a="http://schemas.openxmlformats.org/drawingml/2006/main" noChangeAspect="1"/>
          </p:cNvPicPr>
          <p:nvPr/>
        </p:nvPicPr>
        <p:blipFill>
          <a:blip xmlns:r="http://schemas.openxmlformats.org/officeDocument/2006/relationships" xmlns:a="http://schemas.openxmlformats.org/drawingml/2006/main" r:embed="Rd6dc7d3c2b0c4f69"/>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5B  A homepage for the hybrid">
            <a:extLst xmlns:a="http://schemas.openxmlformats.org/drawingml/2006/main">
              <a:ext uri="{FF2B5EF4-FFF2-40B4-BE49-F238E27FC236}">
                <a16:creationId xmlns:a16="http://schemas.microsoft.com/office/drawing/2014/main" id="{FEB73D7E-EA5F-4981-AD03-947D4454C6AA}"/>
              </a:ext>
            </a:extLst>
          </p:cNvPr>
          <p:cNvSpPr>
            <a:spLocks xmlns:a="http://schemas.openxmlformats.org/drawingml/2006/main" noGrp="1"/>
          </p:cNvSpPr>
          <p:nvPr/>
        </p:nvSpPr>
        <p:spPr>
          <a:xfrm xmlns:a="http://schemas.openxmlformats.org/drawingml/2006/main">
            <a:off x="476250" y="72104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20211E"/>
                </a:solidFill>
                <a:latin typeface="Helvetica Neue"/>
                <a:ea typeface="Helvetica Neue"/>
                <a:cs typeface="Helvetica Neue"/>
              </a:defRPr>
            </a:defPPr>
          </a:lstStyle>
          <a:p xmlns:a="http://schemas.openxmlformats.org/drawingml/2006/main">
            <a:pPr>
              <a:defRPr sz="1725" b="1">
                <a:solidFill>
                  <a:srgbClr val="20211E"/>
                </a:solidFill>
                <a:latin typeface="Helvetica Neue"/>
                <a:ea typeface="Helvetica Neue"/>
                <a:cs typeface="Helvetica Neue"/>
              </a:defRPr>
            </a:pPr>
            <a:r>
              <a:rPr sz="1725" b="1">
                <a:solidFill>
                  <a:srgbClr val="20211E"/>
                </a:solidFill>
                <a:latin typeface="Helvetica Neue"/>
                <a:ea typeface="Helvetica Neue"/>
                <a:cs typeface="Helvetica Neue"/>
              </a:rPr>
              <a:t>05B  A homepage for the hybrid</a:t>
            </a:r>
          </a:p>
        </p:txBody>
      </p:sp>
      <p:sp>
        <p:nvSpPr>
          <p:cNvPr id="3" name="Website concept">
            <a:extLst xmlns:a="http://schemas.openxmlformats.org/drawingml/2006/main">
              <a:ext uri="{FF2B5EF4-FFF2-40B4-BE49-F238E27FC236}">
                <a16:creationId xmlns:a16="http://schemas.microsoft.com/office/drawing/2014/main" id="{AF2ED51E-678C-43B9-BD50-FA4060D0C0AA}"/>
              </a:ext>
            </a:extLst>
          </p:cNvPr>
          <p:cNvSpPr>
            <a:spLocks xmlns:a="http://schemas.openxmlformats.org/drawingml/2006/main" noGrp="1"/>
          </p:cNvSpPr>
          <p:nvPr/>
        </p:nvSpPr>
        <p:spPr>
          <a:xfrm xmlns:a="http://schemas.openxmlformats.org/drawingml/2006/main">
            <a:off x="8915400" y="725805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2665E"/>
                </a:solidFill>
                <a:latin typeface="Helvetica Neue"/>
                <a:ea typeface="Helvetica Neue"/>
                <a:cs typeface="Helvetica Neue"/>
              </a:defRPr>
            </a:defPPr>
          </a:lstStyle>
          <a:p xmlns:a="http://schemas.openxmlformats.org/drawingml/2006/main">
            <a:pPr algn="r">
              <a:defRPr sz="1350" b="0">
                <a:solidFill>
                  <a:srgbClr val="62665E"/>
                </a:solidFill>
                <a:latin typeface="Helvetica Neue"/>
                <a:ea typeface="Helvetica Neue"/>
                <a:cs typeface="Helvetica Neue"/>
              </a:defRPr>
            </a:pPr>
            <a:r>
              <a:rPr sz="1350" b="0">
                <a:solidFill>
                  <a:srgbClr val="62665E"/>
                </a:solidFill>
                <a:latin typeface="Helvetica Neue"/>
                <a:ea typeface="Helvetica Neue"/>
                <a:cs typeface="Helvetica Neue"/>
              </a:rPr>
              <a:t>Website concept</a:t>
            </a:r>
          </a:p>
        </p:txBody>
      </p:sp>
    </p:spTree>
    <p:extLst>
      <p:ext uri="{BB962C8B-B14F-4D97-AF65-F5344CB8AC3E}">
        <p14:creationId xmlns:p14="http://schemas.microsoft.com/office/powerpoint/2010/main" val="1109080774"/>
      </p:ext>
    </p:extLst>
  </p:cSld>
</p:sld>
</file>

<file path=ppt/slides/slide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0EB7043D-08E0-4381-A620-D25C59F26AF0}"/>
              </a:ext>
            </a:extLst>
          </p:cNvPr>
          <p:cNvPicPr>
            <a:picLocks xmlns:a="http://schemas.openxmlformats.org/drawingml/2006/main" noChangeAspect="1"/>
          </p:cNvPicPr>
          <p:nvPr/>
        </p:nvPicPr>
        <p:blipFill>
          <a:blip xmlns:r="http://schemas.openxmlformats.org/officeDocument/2006/relationships" xmlns:a="http://schemas.openxmlformats.org/drawingml/2006/main" r:embed="Rcaecb06157ff471d"/>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6  Friendly Oddball">
            <a:extLst xmlns:a="http://schemas.openxmlformats.org/drawingml/2006/main">
              <a:ext uri="{FF2B5EF4-FFF2-40B4-BE49-F238E27FC236}">
                <a16:creationId xmlns:a16="http://schemas.microsoft.com/office/drawing/2014/main" id="{8C1CF350-BCE8-48B8-B46A-AB69F7A2A3C5}"/>
              </a:ext>
            </a:extLst>
          </p:cNvPr>
          <p:cNvSpPr>
            <a:spLocks xmlns:a="http://schemas.openxmlformats.org/drawingml/2006/main" noGrp="1"/>
          </p:cNvSpPr>
          <p:nvPr/>
        </p:nvSpPr>
        <p:spPr>
          <a:xfrm xmlns:a="http://schemas.openxmlformats.org/drawingml/2006/main">
            <a:off x="476250" y="72104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20211E"/>
                </a:solidFill>
                <a:latin typeface="Helvetica Neue"/>
                <a:ea typeface="Helvetica Neue"/>
                <a:cs typeface="Helvetica Neue"/>
              </a:defRPr>
            </a:defPPr>
          </a:lstStyle>
          <a:p xmlns:a="http://schemas.openxmlformats.org/drawingml/2006/main">
            <a:pPr>
              <a:defRPr sz="1725" b="1">
                <a:solidFill>
                  <a:srgbClr val="20211E"/>
                </a:solidFill>
                <a:latin typeface="Helvetica Neue"/>
                <a:ea typeface="Helvetica Neue"/>
                <a:cs typeface="Helvetica Neue"/>
              </a:defRPr>
            </a:pPr>
            <a:r>
              <a:rPr sz="1725" b="1">
                <a:solidFill>
                  <a:srgbClr val="20211E"/>
                </a:solidFill>
                <a:latin typeface="Helvetica Neue"/>
                <a:ea typeface="Helvetica Neue"/>
                <a:cs typeface="Helvetica Neue"/>
              </a:rPr>
              <a:t>06  Friendly Oddball</a:t>
            </a:r>
          </a:p>
        </p:txBody>
      </p:sp>
      <p:sp>
        <p:nvSpPr>
          <p:cNvPr id="3" name="Identity concept">
            <a:extLst xmlns:a="http://schemas.openxmlformats.org/drawingml/2006/main">
              <a:ext uri="{FF2B5EF4-FFF2-40B4-BE49-F238E27FC236}">
                <a16:creationId xmlns:a16="http://schemas.microsoft.com/office/drawing/2014/main" id="{FBB458F9-15A0-47F6-954E-3DB1AA2295F8}"/>
              </a:ext>
            </a:extLst>
          </p:cNvPr>
          <p:cNvSpPr>
            <a:spLocks xmlns:a="http://schemas.openxmlformats.org/drawingml/2006/main" noGrp="1"/>
          </p:cNvSpPr>
          <p:nvPr/>
        </p:nvSpPr>
        <p:spPr>
          <a:xfrm xmlns:a="http://schemas.openxmlformats.org/drawingml/2006/main">
            <a:off x="8915400" y="725805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2665E"/>
                </a:solidFill>
                <a:latin typeface="Helvetica Neue"/>
                <a:ea typeface="Helvetica Neue"/>
                <a:cs typeface="Helvetica Neue"/>
              </a:defRPr>
            </a:defPPr>
          </a:lstStyle>
          <a:p xmlns:a="http://schemas.openxmlformats.org/drawingml/2006/main">
            <a:pPr algn="r">
              <a:defRPr sz="1350" b="0">
                <a:solidFill>
                  <a:srgbClr val="62665E"/>
                </a:solidFill>
                <a:latin typeface="Helvetica Neue"/>
                <a:ea typeface="Helvetica Neue"/>
                <a:cs typeface="Helvetica Neue"/>
              </a:defRPr>
            </a:pPr>
            <a:r>
              <a:rPr sz="1350" b="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1603897567"/>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1E5D2B8F-6A16-4AD1-B183-0BC7980FB886}"/>
              </a:ext>
            </a:extLst>
          </p:cNvPr>
          <p:cNvPicPr>
            <a:picLocks xmlns:a="http://schemas.openxmlformats.org/drawingml/2006/main" noChangeAspect="1"/>
          </p:cNvPicPr>
          <p:nvPr/>
        </p:nvPicPr>
        <p:blipFill>
          <a:blip xmlns:r="http://schemas.openxmlformats.org/officeDocument/2006/relationships" xmlns:a="http://schemas.openxmlformats.org/drawingml/2006/main" r:embed="Rcb9e352415ad4c0c"/>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7  Personal Post">
            <a:extLst xmlns:a="http://schemas.openxmlformats.org/drawingml/2006/main">
              <a:ext uri="{FF2B5EF4-FFF2-40B4-BE49-F238E27FC236}">
                <a16:creationId xmlns:a16="http://schemas.microsoft.com/office/drawing/2014/main" id="{ACA7A5C7-D1AD-46A5-91CF-FCC983F4C894}"/>
              </a:ext>
            </a:extLst>
          </p:cNvPr>
          <p:cNvSpPr>
            <a:spLocks xmlns:a="http://schemas.openxmlformats.org/drawingml/2006/main" noGrp="1"/>
          </p:cNvSpPr>
          <p:nvPr/>
        </p:nvSpPr>
        <p:spPr>
          <a:xfrm xmlns:a="http://schemas.openxmlformats.org/drawingml/2006/main">
            <a:off x="476250" y="72104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20211E"/>
                </a:solidFill>
                <a:latin typeface="Helvetica Neue"/>
                <a:ea typeface="Helvetica Neue"/>
                <a:cs typeface="Helvetica Neue"/>
              </a:defRPr>
            </a:defPPr>
          </a:lstStyle>
          <a:p xmlns:a="http://schemas.openxmlformats.org/drawingml/2006/main">
            <a:pPr>
              <a:defRPr sz="1725" b="1">
                <a:solidFill>
                  <a:srgbClr val="20211E"/>
                </a:solidFill>
                <a:latin typeface="Helvetica Neue"/>
                <a:ea typeface="Helvetica Neue"/>
                <a:cs typeface="Helvetica Neue"/>
              </a:defRPr>
            </a:pPr>
            <a:r>
              <a:rPr sz="1725" b="1">
                <a:solidFill>
                  <a:srgbClr val="20211E"/>
                </a:solidFill>
                <a:latin typeface="Helvetica Neue"/>
                <a:ea typeface="Helvetica Neue"/>
                <a:cs typeface="Helvetica Neue"/>
              </a:rPr>
              <a:t>07  Personal Post</a:t>
            </a:r>
          </a:p>
        </p:txBody>
      </p:sp>
      <p:sp>
        <p:nvSpPr>
          <p:cNvPr id="3" name="Identity concept">
            <a:extLst xmlns:a="http://schemas.openxmlformats.org/drawingml/2006/main">
              <a:ext uri="{FF2B5EF4-FFF2-40B4-BE49-F238E27FC236}">
                <a16:creationId xmlns:a16="http://schemas.microsoft.com/office/drawing/2014/main" id="{81B702D1-6702-4587-B9F2-6B2B3594FE2D}"/>
              </a:ext>
            </a:extLst>
          </p:cNvPr>
          <p:cNvSpPr>
            <a:spLocks xmlns:a="http://schemas.openxmlformats.org/drawingml/2006/main" noGrp="1"/>
          </p:cNvSpPr>
          <p:nvPr/>
        </p:nvSpPr>
        <p:spPr>
          <a:xfrm xmlns:a="http://schemas.openxmlformats.org/drawingml/2006/main">
            <a:off x="8915400" y="725805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2665E"/>
                </a:solidFill>
                <a:latin typeface="Helvetica Neue"/>
                <a:ea typeface="Helvetica Neue"/>
                <a:cs typeface="Helvetica Neue"/>
              </a:defRPr>
            </a:defPPr>
          </a:lstStyle>
          <a:p xmlns:a="http://schemas.openxmlformats.org/drawingml/2006/main">
            <a:pPr algn="r">
              <a:defRPr sz="1350" b="0">
                <a:solidFill>
                  <a:srgbClr val="62665E"/>
                </a:solidFill>
                <a:latin typeface="Helvetica Neue"/>
                <a:ea typeface="Helvetica Neue"/>
                <a:cs typeface="Helvetica Neue"/>
              </a:defRPr>
            </a:pPr>
            <a:r>
              <a:rPr sz="1350" b="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784893286"/>
      </p:ext>
    </p:extLst>
  </p:cSld>
</p:sld>
</file>

<file path=ppt/slides/slide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8459B3A4-4616-405B-9250-DFB500BE0176}"/>
              </a:ext>
            </a:extLst>
          </p:cNvPr>
          <p:cNvPicPr>
            <a:picLocks xmlns:a="http://schemas.openxmlformats.org/drawingml/2006/main" noChangeAspect="1"/>
          </p:cNvPicPr>
          <p:nvPr/>
        </p:nvPicPr>
        <p:blipFill>
          <a:blip xmlns:r="http://schemas.openxmlformats.org/officeDocument/2006/relationships" xmlns:a="http://schemas.openxmlformats.org/drawingml/2006/main" r:embed="Rf80eccb6fff94a64"/>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8  Play Mode">
            <a:extLst xmlns:a="http://schemas.openxmlformats.org/drawingml/2006/main">
              <a:ext uri="{FF2B5EF4-FFF2-40B4-BE49-F238E27FC236}">
                <a16:creationId xmlns:a16="http://schemas.microsoft.com/office/drawing/2014/main" id="{E8700F48-1260-409B-94A7-9450049508A8}"/>
              </a:ext>
            </a:extLst>
          </p:cNvPr>
          <p:cNvSpPr>
            <a:spLocks xmlns:a="http://schemas.openxmlformats.org/drawingml/2006/main" noGrp="1"/>
          </p:cNvSpPr>
          <p:nvPr/>
        </p:nvSpPr>
        <p:spPr>
          <a:xfrm xmlns:a="http://schemas.openxmlformats.org/drawingml/2006/main">
            <a:off x="476250" y="72104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20211E"/>
                </a:solidFill>
                <a:latin typeface="Helvetica Neue"/>
                <a:ea typeface="Helvetica Neue"/>
                <a:cs typeface="Helvetica Neue"/>
              </a:defRPr>
            </a:defPPr>
          </a:lstStyle>
          <a:p xmlns:a="http://schemas.openxmlformats.org/drawingml/2006/main">
            <a:pPr>
              <a:defRPr sz="1725" b="1">
                <a:solidFill>
                  <a:srgbClr val="20211E"/>
                </a:solidFill>
                <a:latin typeface="Helvetica Neue"/>
                <a:ea typeface="Helvetica Neue"/>
                <a:cs typeface="Helvetica Neue"/>
              </a:defRPr>
            </a:pPr>
            <a:r>
              <a:rPr sz="1725" b="1">
                <a:solidFill>
                  <a:srgbClr val="20211E"/>
                </a:solidFill>
                <a:latin typeface="Helvetica Neue"/>
                <a:ea typeface="Helvetica Neue"/>
                <a:cs typeface="Helvetica Neue"/>
              </a:rPr>
              <a:t>08  Play Mode</a:t>
            </a:r>
          </a:p>
        </p:txBody>
      </p:sp>
      <p:sp>
        <p:nvSpPr>
          <p:cNvPr id="3" name="Identity concept">
            <a:extLst xmlns:a="http://schemas.openxmlformats.org/drawingml/2006/main">
              <a:ext uri="{FF2B5EF4-FFF2-40B4-BE49-F238E27FC236}">
                <a16:creationId xmlns:a16="http://schemas.microsoft.com/office/drawing/2014/main" id="{8ECD8860-683C-4575-B1EC-F39A402CC2A2}"/>
              </a:ext>
            </a:extLst>
          </p:cNvPr>
          <p:cNvSpPr>
            <a:spLocks xmlns:a="http://schemas.openxmlformats.org/drawingml/2006/main" noGrp="1"/>
          </p:cNvSpPr>
          <p:nvPr/>
        </p:nvSpPr>
        <p:spPr>
          <a:xfrm xmlns:a="http://schemas.openxmlformats.org/drawingml/2006/main">
            <a:off x="8915400" y="725805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2665E"/>
                </a:solidFill>
                <a:latin typeface="Helvetica Neue"/>
                <a:ea typeface="Helvetica Neue"/>
                <a:cs typeface="Helvetica Neue"/>
              </a:defRPr>
            </a:defPPr>
          </a:lstStyle>
          <a:p xmlns:a="http://schemas.openxmlformats.org/drawingml/2006/main">
            <a:pPr algn="r">
              <a:defRPr sz="1350" b="0">
                <a:solidFill>
                  <a:srgbClr val="62665E"/>
                </a:solidFill>
                <a:latin typeface="Helvetica Neue"/>
                <a:ea typeface="Helvetica Neue"/>
                <a:cs typeface="Helvetica Neue"/>
              </a:defRPr>
            </a:pPr>
            <a:r>
              <a:rPr sz="1350" b="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1268659573"/>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3504F11D-FA55-4E71-BB2A-6034B3A1212A}"/>
              </a:ext>
            </a:extLst>
          </p:cNvPr>
          <p:cNvPicPr>
            <a:picLocks xmlns:a="http://schemas.openxmlformats.org/drawingml/2006/main" noChangeAspect="1"/>
          </p:cNvPicPr>
          <p:nvPr/>
        </p:nvPicPr>
        <p:blipFill>
          <a:blip xmlns:r="http://schemas.openxmlformats.org/officeDocument/2006/relationships" xmlns:a="http://schemas.openxmlformats.org/drawingml/2006/main" r:embed="Rea15d1c99be14f9b"/>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9  Soft Signal">
            <a:extLst xmlns:a="http://schemas.openxmlformats.org/drawingml/2006/main">
              <a:ext uri="{FF2B5EF4-FFF2-40B4-BE49-F238E27FC236}">
                <a16:creationId xmlns:a16="http://schemas.microsoft.com/office/drawing/2014/main" id="{8216C6EF-76F9-4A97-8DC7-054426E09428}"/>
              </a:ext>
            </a:extLst>
          </p:cNvPr>
          <p:cNvSpPr>
            <a:spLocks xmlns:a="http://schemas.openxmlformats.org/drawingml/2006/main" noGrp="1"/>
          </p:cNvSpPr>
          <p:nvPr/>
        </p:nvSpPr>
        <p:spPr>
          <a:xfrm xmlns:a="http://schemas.openxmlformats.org/drawingml/2006/main">
            <a:off x="476250" y="72104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20211E"/>
                </a:solidFill>
                <a:latin typeface="Helvetica Neue"/>
                <a:ea typeface="Helvetica Neue"/>
                <a:cs typeface="Helvetica Neue"/>
              </a:defRPr>
            </a:defPPr>
          </a:lstStyle>
          <a:p xmlns:a="http://schemas.openxmlformats.org/drawingml/2006/main">
            <a:pPr>
              <a:defRPr sz="1725" b="1">
                <a:solidFill>
                  <a:srgbClr val="20211E"/>
                </a:solidFill>
                <a:latin typeface="Helvetica Neue"/>
                <a:ea typeface="Helvetica Neue"/>
                <a:cs typeface="Helvetica Neue"/>
              </a:defRPr>
            </a:pPr>
            <a:r>
              <a:rPr sz="1725" b="1">
                <a:solidFill>
                  <a:srgbClr val="20211E"/>
                </a:solidFill>
                <a:latin typeface="Helvetica Neue"/>
                <a:ea typeface="Helvetica Neue"/>
                <a:cs typeface="Helvetica Neue"/>
              </a:rPr>
              <a:t>09  Soft Signal</a:t>
            </a:r>
          </a:p>
        </p:txBody>
      </p:sp>
      <p:sp>
        <p:nvSpPr>
          <p:cNvPr id="3" name="Identity concept">
            <a:extLst xmlns:a="http://schemas.openxmlformats.org/drawingml/2006/main">
              <a:ext uri="{FF2B5EF4-FFF2-40B4-BE49-F238E27FC236}">
                <a16:creationId xmlns:a16="http://schemas.microsoft.com/office/drawing/2014/main" id="{30071960-4B66-4073-B8EF-026960BDEE73}"/>
              </a:ext>
            </a:extLst>
          </p:cNvPr>
          <p:cNvSpPr>
            <a:spLocks xmlns:a="http://schemas.openxmlformats.org/drawingml/2006/main" noGrp="1"/>
          </p:cNvSpPr>
          <p:nvPr/>
        </p:nvSpPr>
        <p:spPr>
          <a:xfrm xmlns:a="http://schemas.openxmlformats.org/drawingml/2006/main">
            <a:off x="8915400" y="725805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2665E"/>
                </a:solidFill>
                <a:latin typeface="Helvetica Neue"/>
                <a:ea typeface="Helvetica Neue"/>
                <a:cs typeface="Helvetica Neue"/>
              </a:defRPr>
            </a:defPPr>
          </a:lstStyle>
          <a:p xmlns:a="http://schemas.openxmlformats.org/drawingml/2006/main">
            <a:pPr algn="r">
              <a:defRPr sz="1350" b="0">
                <a:solidFill>
                  <a:srgbClr val="62665E"/>
                </a:solidFill>
                <a:latin typeface="Helvetica Neue"/>
                <a:ea typeface="Helvetica Neue"/>
                <a:cs typeface="Helvetica Neue"/>
              </a:defRPr>
            </a:pPr>
            <a:r>
              <a:rPr sz="1350" b="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1367078759"/>
      </p:ext>
    </p:extLst>
  </p:cSld>
</p:sld>
</file>

<file path=ppt/slides/slide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1A65A3A5-4171-4E4B-B5C0-D4817CB108E8}"/>
              </a:ext>
            </a:extLst>
          </p:cNvPr>
          <p:cNvPicPr>
            <a:picLocks xmlns:a="http://schemas.openxmlformats.org/drawingml/2006/main" noChangeAspect="1"/>
          </p:cNvPicPr>
          <p:nvPr/>
        </p:nvPicPr>
        <p:blipFill>
          <a:blip xmlns:r="http://schemas.openxmlformats.org/officeDocument/2006/relationships" xmlns:a="http://schemas.openxmlformats.org/drawingml/2006/main" r:embed="R776184430f8f435c"/>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10  Renzo Editions">
            <a:extLst xmlns:a="http://schemas.openxmlformats.org/drawingml/2006/main">
              <a:ext uri="{FF2B5EF4-FFF2-40B4-BE49-F238E27FC236}">
                <a16:creationId xmlns:a16="http://schemas.microsoft.com/office/drawing/2014/main" id="{FE453855-F17A-43ED-9C04-63A01F39F783}"/>
              </a:ext>
            </a:extLst>
          </p:cNvPr>
          <p:cNvSpPr>
            <a:spLocks xmlns:a="http://schemas.openxmlformats.org/drawingml/2006/main" noGrp="1"/>
          </p:cNvSpPr>
          <p:nvPr/>
        </p:nvSpPr>
        <p:spPr>
          <a:xfrm xmlns:a="http://schemas.openxmlformats.org/drawingml/2006/main">
            <a:off x="476250" y="72104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20211E"/>
                </a:solidFill>
                <a:latin typeface="Helvetica Neue"/>
                <a:ea typeface="Helvetica Neue"/>
                <a:cs typeface="Helvetica Neue"/>
              </a:defRPr>
            </a:defPPr>
          </a:lstStyle>
          <a:p xmlns:a="http://schemas.openxmlformats.org/drawingml/2006/main">
            <a:pPr>
              <a:defRPr sz="1725" b="1">
                <a:solidFill>
                  <a:srgbClr val="20211E"/>
                </a:solidFill>
                <a:latin typeface="Helvetica Neue"/>
                <a:ea typeface="Helvetica Neue"/>
                <a:cs typeface="Helvetica Neue"/>
              </a:defRPr>
            </a:pPr>
            <a:r>
              <a:rPr sz="1725" b="1">
                <a:solidFill>
                  <a:srgbClr val="20211E"/>
                </a:solidFill>
                <a:latin typeface="Helvetica Neue"/>
                <a:ea typeface="Helvetica Neue"/>
                <a:cs typeface="Helvetica Neue"/>
              </a:rPr>
              <a:t>10  Renzo Editions</a:t>
            </a:r>
          </a:p>
        </p:txBody>
      </p:sp>
      <p:sp>
        <p:nvSpPr>
          <p:cNvPr id="3" name="Identity concept">
            <a:extLst xmlns:a="http://schemas.openxmlformats.org/drawingml/2006/main">
              <a:ext uri="{FF2B5EF4-FFF2-40B4-BE49-F238E27FC236}">
                <a16:creationId xmlns:a16="http://schemas.microsoft.com/office/drawing/2014/main" id="{9CBE55E6-2E77-46D7-B0C1-3FB659A3F963}"/>
              </a:ext>
            </a:extLst>
          </p:cNvPr>
          <p:cNvSpPr>
            <a:spLocks xmlns:a="http://schemas.openxmlformats.org/drawingml/2006/main" noGrp="1"/>
          </p:cNvSpPr>
          <p:nvPr/>
        </p:nvSpPr>
        <p:spPr>
          <a:xfrm xmlns:a="http://schemas.openxmlformats.org/drawingml/2006/main">
            <a:off x="8915400" y="725805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2665E"/>
                </a:solidFill>
                <a:latin typeface="Helvetica Neue"/>
                <a:ea typeface="Helvetica Neue"/>
                <a:cs typeface="Helvetica Neue"/>
              </a:defRPr>
            </a:defPPr>
          </a:lstStyle>
          <a:p xmlns:a="http://schemas.openxmlformats.org/drawingml/2006/main">
            <a:pPr algn="r">
              <a:defRPr sz="1350" b="0">
                <a:solidFill>
                  <a:srgbClr val="62665E"/>
                </a:solidFill>
                <a:latin typeface="Helvetica Neue"/>
                <a:ea typeface="Helvetica Neue"/>
                <a:cs typeface="Helvetica Neue"/>
              </a:defRPr>
            </a:pPr>
            <a:r>
              <a:rPr sz="1350" b="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1761032931"/>
      </p:ext>
    </p:extLst>
  </p:cSld>
</p:sld>
</file>

<file path=ppt/slides/slide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Six different ways to feel like you">
            <a:extLst xmlns:a="http://schemas.openxmlformats.org/drawingml/2006/main">
              <a:ext uri="{FF2B5EF4-FFF2-40B4-BE49-F238E27FC236}">
                <a16:creationId xmlns:a16="http://schemas.microsoft.com/office/drawing/2014/main" id="{D7067583-5E41-412A-ABBA-478E75273C00}"/>
              </a:ext>
            </a:extLst>
          </p:cNvPr>
          <p:cNvSpPr>
            <a:spLocks xmlns:a="http://schemas.openxmlformats.org/drawingml/2006/main" noGrp="1"/>
          </p:cNvSpPr>
          <p:nvPr/>
        </p:nvSpPr>
        <p:spPr>
          <a:xfrm xmlns:a="http://schemas.openxmlformats.org/drawingml/2006/main">
            <a:off x="609600" y="619125"/>
            <a:ext cx="10210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1">
                <a:solidFill>
                  <a:srgbClr val="20211E"/>
                </a:solidFill>
                <a:latin typeface="Helvetica Neue"/>
                <a:ea typeface="Helvetica Neue"/>
                <a:cs typeface="Helvetica Neue"/>
              </a:defRPr>
            </a:defPPr>
          </a:lstStyle>
          <a:p xmlns:a="http://schemas.openxmlformats.org/drawingml/2006/main">
            <a:pPr>
              <a:defRPr sz="4275" b="1">
                <a:solidFill>
                  <a:srgbClr val="20211E"/>
                </a:solidFill>
                <a:latin typeface="Helvetica Neue"/>
                <a:ea typeface="Helvetica Neue"/>
                <a:cs typeface="Helvetica Neue"/>
              </a:defRPr>
            </a:pPr>
            <a:r>
              <a:rPr sz="4275" b="1">
                <a:solidFill>
                  <a:srgbClr val="20211E"/>
                </a:solidFill>
                <a:latin typeface="Helvetica Neue"/>
                <a:ea typeface="Helvetica Neue"/>
                <a:cs typeface="Helvetica Neue"/>
              </a:rPr>
              <a:t>Six different ways to feel like you</a:t>
            </a:r>
          </a:p>
        </p:txBody>
      </p:sp>
      <p:sp>
        <p:nvSpPr>
          <p:cNvPr id="2" name="05B remixes your favourites. 06–10 explo">
            <a:extLst xmlns:a="http://schemas.openxmlformats.org/drawingml/2006/main">
              <a:ext uri="{FF2B5EF4-FFF2-40B4-BE49-F238E27FC236}">
                <a16:creationId xmlns:a16="http://schemas.microsoft.com/office/drawing/2014/main" id="{37718D94-D07D-4E2A-85E3-3924E3339F8C}"/>
              </a:ext>
            </a:extLst>
          </p:cNvPr>
          <p:cNvSpPr>
            <a:spLocks xmlns:a="http://schemas.openxmlformats.org/drawingml/2006/main" noGrp="1"/>
          </p:cNvSpPr>
          <p:nvPr/>
        </p:nvSpPr>
        <p:spPr>
          <a:xfrm xmlns:a="http://schemas.openxmlformats.org/drawingml/2006/main">
            <a:off x="609600" y="1495425"/>
            <a:ext cx="10210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62665E"/>
                </a:solidFill>
                <a:latin typeface="Helvetica Neue"/>
                <a:ea typeface="Helvetica Neue"/>
                <a:cs typeface="Helvetica Neue"/>
              </a:defRPr>
            </a:defPPr>
          </a:lstStyle>
          <a:p xmlns:a="http://schemas.openxmlformats.org/drawingml/2006/main">
            <a:pPr>
              <a:defRPr sz="1875" b="0">
                <a:solidFill>
                  <a:srgbClr val="62665E"/>
                </a:solidFill>
                <a:latin typeface="Helvetica Neue"/>
                <a:ea typeface="Helvetica Neue"/>
                <a:cs typeface="Helvetica Neue"/>
              </a:defRPr>
            </a:pPr>
            <a:r>
              <a:rPr sz="1875" b="0">
                <a:solidFill>
                  <a:srgbClr val="62665E"/>
                </a:solidFill>
                <a:latin typeface="Helvetica Neue"/>
                <a:ea typeface="Helvetica Neue"/>
                <a:cs typeface="Helvetica Neue"/>
              </a:rPr>
              <a:t>05B remixes your favourites. 06–10 explore new personalities.</a:t>
            </a:r>
          </a:p>
        </p:txBody>
      </p:sp>
      <p:graphicFrame>
        <p:nvGraphicFramePr>
          <p:cNvPr id="3" name="">
            <a:extLst xmlns:a="http://schemas.openxmlformats.org/drawingml/2006/main">
              <a:ext uri="{FF2B5EF4-FFF2-40B4-BE49-F238E27FC236}">
                <a16:creationId xmlns:a16="http://schemas.microsoft.com/office/drawing/2014/main" id="{986623C6-456C-4F7F-901F-263B365051AF}"/>
              </a:ext>
            </a:extLst>
          </p:cNvPr>
          <p:cNvGraphicFramePr/>
          <p:nvPr/>
        </p:nvGraphicFramePr>
        <p:xfrm>
          <a:off xmlns:a="http://schemas.openxmlformats.org/drawingml/2006/main" x="609600" y="2276475"/>
          <a:ext xmlns:a="http://schemas.openxmlformats.org/drawingml/2006/main" cx="10210800" cy="4333875"/>
        </p:xfrm>
        <a:graphic xmlns:a="http://schemas.openxmlformats.org/drawingml/2006/main">
          <a:graphicData uri="http://schemas.openxmlformats.org/drawingml/2006/table">
            <a:tbl>
              <a:tblPr firstRow="0" bandRow="0"/>
              <a:tblGrid>
                <a:gridCol w="2524125"/>
                <a:gridCol w="2819400"/>
                <a:gridCol w="4867275"/>
              </a:tblGrid>
              <a:tr h="466725">
                <a:tc>
                  <a:txBody>
                    <a:bodyPr/>
                    <a:lstStyle/>
                    <a:p>
                      <a:r>
                        <a:rPr sz="1575" b="1">
                          <a:solidFill>
                            <a:srgbClr val="2453FF"/>
                          </a:solidFill>
                          <a:latin typeface="Helvetica Neue"/>
                          <a:ea typeface="Helvetica Neue"/>
                          <a:cs typeface="Helvetica Neue"/>
                        </a:rPr>
                        <a:t>DIRECTION</a:t>
                      </a:r>
                    </a:p>
                  </a:txBody>
                  <a:tcPr marL="114300" marR="114300" marT="85725" marB="85725" anchor="ctr">
                    <a:solidFill>
                      <a:srgbClr val="F6F5EF"/>
                    </a:solidFill>
                  </a:tcPr>
                </a:tc>
                <a:tc>
                  <a:txBody>
                    <a:bodyPr/>
                    <a:lstStyle/>
                    <a:p>
                      <a:r>
                        <a:rPr sz="1575" b="1">
                          <a:solidFill>
                            <a:srgbClr val="2453FF"/>
                          </a:solidFill>
                          <a:latin typeface="Helvetica Neue"/>
                          <a:ea typeface="Helvetica Neue"/>
                          <a:cs typeface="Helvetica Neue"/>
                        </a:rPr>
                        <a:t>PERSONALITY</a:t>
                      </a:r>
                    </a:p>
                  </a:txBody>
                  <a:tcPr marL="114300" marR="114300" marT="85725" marB="85725" anchor="ctr">
                    <a:solidFill>
                      <a:srgbClr val="F6F5EF"/>
                    </a:solidFill>
                  </a:tcPr>
                </a:tc>
                <a:tc>
                  <a:txBody>
                    <a:bodyPr/>
                    <a:lstStyle/>
                    <a:p>
                      <a:r>
                        <a:rPr sz="1575" b="1">
                          <a:solidFill>
                            <a:srgbClr val="2453FF"/>
                          </a:solidFill>
                          <a:latin typeface="Helvetica Neue"/>
                          <a:ea typeface="Helvetica Neue"/>
                          <a:cs typeface="Helvetica Neue"/>
                        </a:rPr>
                        <a:t>STRONGEST FIT</a:t>
                      </a:r>
                    </a:p>
                  </a:txBody>
                  <a:tcPr marL="114300" marR="114300" marT="85725" marB="85725" anchor="ctr">
                    <a:solidFill>
                      <a:srgbClr val="F6F5EF"/>
                    </a:solidFill>
                  </a:tcPr>
                </a:tc>
              </a:tr>
              <a:tr h="638175">
                <a:tc>
                  <a:txBody>
                    <a:bodyPr/>
                    <a:lstStyle/>
                    <a:p>
                      <a:r>
                        <a:rPr sz="1725" b="1">
                          <a:solidFill>
                            <a:srgbClr val="20211E"/>
                          </a:solidFill>
                          <a:latin typeface="Helvetica Neue"/>
                          <a:ea typeface="Helvetica Neue"/>
                          <a:cs typeface="Helvetica Neue"/>
                        </a:rPr>
                        <a:t>05B  Mark in Motion</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Expressive + considered</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Your preferred signature logo with</a:t>
                      </a:r>
                    </a:p>
                    <a:p>
                      <a:r>
                        <a:rPr sz="1725">
                          <a:solidFill>
                            <a:srgbClr val="20211E"/>
                          </a:solidFill>
                          <a:latin typeface="Helvetica Neue"/>
                          <a:ea typeface="Helvetica Neue"/>
                          <a:cs typeface="Helvetica Neue"/>
                        </a:rPr>
                        <a:t>Curious Human’s cobalt palette.</a:t>
                      </a:r>
                    </a:p>
                  </a:txBody>
                  <a:tcPr marL="114300" marR="114300" marT="85725" marB="85725" anchor="ctr">
                    <a:solidFill>
                      <a:srgbClr val="F6F5EF"/>
                    </a:solidFill>
                  </a:tcPr>
                </a:tc>
              </a:tr>
              <a:tr h="638175">
                <a:tc>
                  <a:txBody>
                    <a:bodyPr/>
                    <a:lstStyle/>
                    <a:p>
                      <a:r>
                        <a:rPr sz="1725" b="1">
                          <a:solidFill>
                            <a:srgbClr val="20211E"/>
                          </a:solidFill>
                          <a:latin typeface="Helvetica Neue"/>
                          <a:ea typeface="Helvetica Neue"/>
                          <a:cs typeface="Helvetica Neue"/>
                        </a:rPr>
                        <a:t>06  Friendly Oddball</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Playful + sunny</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Sticker play and a little character</a:t>
                      </a:r>
                    </a:p>
                    <a:p>
                      <a:r>
                        <a:rPr sz="1725">
                          <a:solidFill>
                            <a:srgbClr val="20211E"/>
                          </a:solidFill>
                          <a:latin typeface="Helvetica Neue"/>
                          <a:ea typeface="Helvetica Neue"/>
                          <a:cs typeface="Helvetica Neue"/>
                        </a:rPr>
                        <a:t>with room for mischievous motion.</a:t>
                      </a:r>
                    </a:p>
                  </a:txBody>
                  <a:tcPr marL="114300" marR="114300" marT="85725" marB="85725" anchor="ctr">
                    <a:solidFill>
                      <a:srgbClr val="F6F5EF"/>
                    </a:solidFill>
                  </a:tcPr>
                </a:tc>
              </a:tr>
              <a:tr h="638175">
                <a:tc>
                  <a:txBody>
                    <a:bodyPr/>
                    <a:lstStyle/>
                    <a:p>
                      <a:r>
                        <a:rPr sz="1725" b="1">
                          <a:solidFill>
                            <a:srgbClr val="20211E"/>
                          </a:solidFill>
                          <a:latin typeface="Helvetica Neue"/>
                          <a:ea typeface="Helvetica Neue"/>
                          <a:cs typeface="Helvetica Neue"/>
                        </a:rPr>
                        <a:t>07  Personal Post</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Personal + well travelled</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Life stories and project souvenirs</a:t>
                      </a:r>
                    </a:p>
                    <a:p>
                      <a:r>
                        <a:rPr sz="1725">
                          <a:solidFill>
                            <a:srgbClr val="20211E"/>
                          </a:solidFill>
                          <a:latin typeface="Helvetica Neue"/>
                          <a:ea typeface="Helvetica Neue"/>
                          <a:cs typeface="Helvetica Neue"/>
                        </a:rPr>
                        <a:t>in a personal postal world.</a:t>
                      </a:r>
                    </a:p>
                  </a:txBody>
                  <a:tcPr marL="114300" marR="114300" marT="85725" marB="85725" anchor="ctr">
                    <a:solidFill>
                      <a:srgbClr val="F6F5EF"/>
                    </a:solidFill>
                  </a:tcPr>
                </a:tc>
              </a:tr>
              <a:tr h="638175">
                <a:tc>
                  <a:txBody>
                    <a:bodyPr/>
                    <a:lstStyle/>
                    <a:p>
                      <a:r>
                        <a:rPr sz="1725" b="1">
                          <a:solidFill>
                            <a:srgbClr val="20211E"/>
                          </a:solidFill>
                          <a:latin typeface="Helvetica Neue"/>
                          <a:ea typeface="Helvetica Neue"/>
                          <a:cs typeface="Helvetica Neue"/>
                        </a:rPr>
                        <a:t>08  Play Mode</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Digital + nostalgic</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An interactive playground with</a:t>
                      </a:r>
                    </a:p>
                    <a:p>
                      <a:r>
                        <a:rPr sz="1725">
                          <a:solidFill>
                            <a:srgbClr val="20211E"/>
                          </a:solidFill>
                          <a:latin typeface="Helvetica Neue"/>
                          <a:ea typeface="Helvetica Neue"/>
                          <a:cs typeface="Helvetica Neue"/>
                        </a:rPr>
                        <a:t>pixel details and playful prompts.</a:t>
                      </a:r>
                    </a:p>
                  </a:txBody>
                  <a:tcPr marL="114300" marR="114300" marT="85725" marB="85725" anchor="ctr">
                    <a:solidFill>
                      <a:srgbClr val="F6F5EF"/>
                    </a:solidFill>
                  </a:tcPr>
                </a:tc>
              </a:tr>
              <a:tr h="638175">
                <a:tc>
                  <a:txBody>
                    <a:bodyPr/>
                    <a:lstStyle/>
                    <a:p>
                      <a:r>
                        <a:rPr sz="1725" b="1">
                          <a:solidFill>
                            <a:srgbClr val="20211E"/>
                          </a:solidFill>
                          <a:latin typeface="Helvetica Neue"/>
                          <a:ea typeface="Helvetica Neue"/>
                          <a:cs typeface="Helvetica Neue"/>
                        </a:rPr>
                        <a:t>09  Soft Signal</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Calm + approachable</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A quieter AI guide with</a:t>
                      </a:r>
                    </a:p>
                    <a:p>
                      <a:r>
                        <a:rPr sz="1725">
                          <a:solidFill>
                            <a:srgbClr val="20211E"/>
                          </a:solidFill>
                          <a:latin typeface="Helvetica Neue"/>
                          <a:ea typeface="Helvetica Neue"/>
                          <a:cs typeface="Helvetica Neue"/>
                        </a:rPr>
                        <a:t>a soft visual rhythm.</a:t>
                      </a:r>
                    </a:p>
                  </a:txBody>
                  <a:tcPr marL="114300" marR="114300" marT="85725" marB="85725" anchor="ctr">
                    <a:solidFill>
                      <a:srgbClr val="F6F5EF"/>
                    </a:solidFill>
                  </a:tcPr>
                </a:tc>
              </a:tr>
              <a:tr h="638175">
                <a:tc>
                  <a:txBody>
                    <a:bodyPr/>
                    <a:lstStyle/>
                    <a:p>
                      <a:r>
                        <a:rPr sz="1725" b="1">
                          <a:solidFill>
                            <a:srgbClr val="20211E"/>
                          </a:solidFill>
                          <a:latin typeface="Helvetica Neue"/>
                          <a:ea typeface="Helvetica Neue"/>
                          <a:cs typeface="Helvetica Neue"/>
                        </a:rPr>
                        <a:t>10  Renzo Editions</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Editorial + expressive</a:t>
                      </a:r>
                    </a:p>
                  </a:txBody>
                  <a:tcPr marL="114300" marR="114300" marT="85725" marB="85725" anchor="ctr">
                    <a:solidFill>
                      <a:srgbClr val="F6F5EF"/>
                    </a:solidFill>
                  </a:tcPr>
                </a:tc>
                <a:tc>
                  <a:txBody>
                    <a:bodyPr/>
                    <a:lstStyle/>
                    <a:p>
                      <a:r>
                        <a:rPr sz="1725">
                          <a:solidFill>
                            <a:srgbClr val="20211E"/>
                          </a:solidFill>
                          <a:latin typeface="Helvetica Neue"/>
                          <a:ea typeface="Helvetica Neue"/>
                          <a:cs typeface="Helvetica Neue"/>
                        </a:rPr>
                        <a:t>Bold project stories with</a:t>
                      </a:r>
                    </a:p>
                    <a:p>
                      <a:r>
                        <a:rPr sz="1725">
                          <a:solidFill>
                            <a:srgbClr val="20211E"/>
                          </a:solidFill>
                          <a:latin typeface="Helvetica Neue"/>
                          <a:ea typeface="Helvetica Neue"/>
                          <a:cs typeface="Helvetica Neue"/>
                        </a:rPr>
                        <a:t>the character of a publication.</a:t>
                      </a:r>
                    </a:p>
                  </a:txBody>
                  <a:tcPr marL="114300" marR="114300" marT="85725" marB="85725" anchor="ctr">
                    <a:solidFill>
                      <a:srgbClr val="F6F5EF"/>
                    </a:solidFill>
                  </a:tcPr>
                </a:tc>
              </a:tr>
            </a:tbl>
          </a:graphicData>
        </a:graphic>
      </p:graphicFrame>
      <p:sp>
        <p:nvSpPr>
          <p:cNvPr id="4" name="Mark Renzo / Round two">
            <a:extLst xmlns:a="http://schemas.openxmlformats.org/drawingml/2006/main">
              <a:ext uri="{FF2B5EF4-FFF2-40B4-BE49-F238E27FC236}">
                <a16:creationId xmlns:a16="http://schemas.microsoft.com/office/drawing/2014/main" id="{5B0B9CFF-AC6B-46E6-86B0-39E9EACD8074}"/>
              </a:ext>
            </a:extLst>
          </p:cNvPr>
          <p:cNvSpPr>
            <a:spLocks xmlns:a="http://schemas.openxmlformats.org/drawingml/2006/main" noGrp="1"/>
          </p:cNvSpPr>
          <p:nvPr/>
        </p:nvSpPr>
        <p:spPr>
          <a:xfrm xmlns:a="http://schemas.openxmlformats.org/drawingml/2006/main">
            <a:off x="609600" y="7181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2665E"/>
                </a:solidFill>
                <a:latin typeface="Helvetica Neue"/>
                <a:ea typeface="Helvetica Neue"/>
                <a:cs typeface="Helvetica Neue"/>
              </a:defRPr>
            </a:defPPr>
          </a:lstStyle>
          <a:p xmlns:a="http://schemas.openxmlformats.org/drawingml/2006/main">
            <a:pPr>
              <a:defRPr sz="1275" b="0">
                <a:solidFill>
                  <a:srgbClr val="62665E"/>
                </a:solidFill>
                <a:latin typeface="Helvetica Neue"/>
                <a:ea typeface="Helvetica Neue"/>
                <a:cs typeface="Helvetica Neue"/>
              </a:defRPr>
            </a:pPr>
            <a:r>
              <a:rPr sz="1275" b="0">
                <a:solidFill>
                  <a:srgbClr val="62665E"/>
                </a:solidFill>
                <a:latin typeface="Helvetica Neue"/>
                <a:ea typeface="Helvetica Neue"/>
                <a:cs typeface="Helvetica Neue"/>
              </a:rPr>
              <a:t>Mark Renzo / Round two</a:t>
            </a:r>
          </a:p>
        </p:txBody>
      </p:sp>
      <p:sp>
        <p:nvSpPr>
          <p:cNvPr id="5" name="09">
            <a:extLst xmlns:a="http://schemas.openxmlformats.org/drawingml/2006/main">
              <a:ext uri="{FF2B5EF4-FFF2-40B4-BE49-F238E27FC236}">
                <a16:creationId xmlns:a16="http://schemas.microsoft.com/office/drawing/2014/main" id="{78DA9A73-9BEC-4B2F-9469-75FF75B74A8A}"/>
              </a:ext>
            </a:extLst>
          </p:cNvPr>
          <p:cNvSpPr>
            <a:spLocks xmlns:a="http://schemas.openxmlformats.org/drawingml/2006/main" noGrp="1"/>
          </p:cNvSpPr>
          <p:nvPr/>
        </p:nvSpPr>
        <p:spPr>
          <a:xfrm xmlns:a="http://schemas.openxmlformats.org/drawingml/2006/main">
            <a:off x="10382250" y="7181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62665E"/>
                </a:solidFill>
                <a:latin typeface="Helvetica Neue"/>
                <a:ea typeface="Helvetica Neue"/>
                <a:cs typeface="Helvetica Neue"/>
              </a:defRPr>
            </a:defPPr>
          </a:lstStyle>
          <a:p xmlns:a="http://schemas.openxmlformats.org/drawingml/2006/main">
            <a:pPr algn="r">
              <a:defRPr sz="1275" b="0">
                <a:solidFill>
                  <a:srgbClr val="62665E"/>
                </a:solidFill>
                <a:latin typeface="Helvetica Neue"/>
                <a:ea typeface="Helvetica Neue"/>
                <a:cs typeface="Helvetica Neue"/>
              </a:defRPr>
            </a:pPr>
            <a:r>
              <a:rPr sz="1275" b="0">
                <a:solidFill>
                  <a:srgbClr val="62665E"/>
                </a:solidFill>
                <a:latin typeface="Helvetica Neue"/>
                <a:ea typeface="Helvetica Neue"/>
                <a:cs typeface="Helvetica Neue"/>
              </a:rPr>
              <a:t>09</a:t>
            </a:r>
          </a:p>
        </p:txBody>
      </p:sp>
    </p:spTree>
    <p:extLst>
      <p:ext uri="{BB962C8B-B14F-4D97-AF65-F5344CB8AC3E}">
        <p14:creationId xmlns:p14="http://schemas.microsoft.com/office/powerpoint/2010/main" val="339763803"/>
      </p:ext>
    </p:extLst>
  </p:cSld>
</p:sld>
</file>

<file path=ppt/slides/slide10.xml><?xml version="1.0" encoding="utf-8"?>
<p:sld xmlns:p="http://schemas.openxmlformats.org/presentationml/2006/main">
  <p:cSld>
    <p:bg>
      <p:bgPr>
        <a:solidFill xmlns:a="http://schemas.openxmlformats.org/drawingml/2006/main">
          <a:srgbClr val="2453FF"/>
        </a:solidFill>
      </p:bgPr>
    </p:bg>
    <p:spTree>
      <p:nvGrpSpPr>
        <p:cNvPr id="1" name=""/>
        <p:cNvGrpSpPr/>
        <p:nvPr/>
      </p:nvGrpSpPr>
      <p:grpSpPr>
        <a:xfrm xmlns:a="http://schemas.openxmlformats.org/drawingml/2006/main"/>
      </p:grpSpPr>
      <p:sp>
        <p:nvSpPr>
          <p:cNvPr id="7" name="My recommendation">
            <a:extLst xmlns:a="http://schemas.openxmlformats.org/drawingml/2006/main">
              <a:ext uri="{FF2B5EF4-FFF2-40B4-BE49-F238E27FC236}">
                <a16:creationId xmlns:a16="http://schemas.microsoft.com/office/drawing/2014/main" id="{8814B20E-1551-4266-A8E4-7710AEA0B444}"/>
              </a:ext>
            </a:extLst>
          </p:cNvPr>
          <p:cNvSpPr>
            <a:spLocks xmlns:a="http://schemas.openxmlformats.org/drawingml/2006/main" noGrp="1"/>
          </p:cNvSpPr>
          <p:nvPr/>
        </p:nvSpPr>
        <p:spPr>
          <a:xfrm xmlns:a="http://schemas.openxmlformats.org/drawingml/2006/main">
            <a:off x="609600" y="638175"/>
            <a:ext cx="10210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FFFFFF"/>
                </a:solidFill>
                <a:latin typeface="Helvetica Neue"/>
                <a:ea typeface="Helvetica Neue"/>
                <a:cs typeface="Helvetica Neue"/>
              </a:defRPr>
            </a:defPPr>
          </a:lstStyle>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My recommendation</a:t>
            </a:r>
          </a:p>
        </p:txBody>
      </p:sp>
      <p:sp>
        <p:nvSpPr>
          <p:cNvPr id="2" name="05B">
            <a:extLst xmlns:a="http://schemas.openxmlformats.org/drawingml/2006/main">
              <a:ext uri="{FF2B5EF4-FFF2-40B4-BE49-F238E27FC236}">
                <a16:creationId xmlns:a16="http://schemas.microsoft.com/office/drawing/2014/main" id="{1F37E4D3-8D6D-4AC3-A4AF-CB419EEDDE8A}"/>
              </a:ext>
            </a:extLst>
          </p:cNvPr>
          <p:cNvSpPr>
            <a:spLocks xmlns:a="http://schemas.openxmlformats.org/drawingml/2006/main" noGrp="1"/>
          </p:cNvSpPr>
          <p:nvPr/>
        </p:nvSpPr>
        <p:spPr>
          <a:xfrm xmlns:a="http://schemas.openxmlformats.org/drawingml/2006/main">
            <a:off x="600075" y="1466850"/>
            <a:ext cx="10210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900" b="1">
                <a:solidFill>
                  <a:srgbClr val="FFFFFF"/>
                </a:solidFill>
                <a:latin typeface="Helvetica Neue"/>
                <a:ea typeface="Helvetica Neue"/>
                <a:cs typeface="Helvetica Neue"/>
              </a:defRPr>
            </a:defPPr>
          </a:lstStyle>
          <a:p xmlns:a="http://schemas.openxmlformats.org/drawingml/2006/main">
            <a:pPr>
              <a:defRPr sz="9900" b="1">
                <a:solidFill>
                  <a:srgbClr val="FFFFFF"/>
                </a:solidFill>
                <a:latin typeface="Helvetica Neue"/>
                <a:ea typeface="Helvetica Neue"/>
                <a:cs typeface="Helvetica Neue"/>
              </a:defRPr>
            </a:pPr>
            <a:r>
              <a:rPr sz="9900" b="1">
                <a:solidFill>
                  <a:srgbClr val="FFFFFF"/>
                </a:solidFill>
                <a:latin typeface="Helvetica Neue"/>
                <a:ea typeface="Helvetica Neue"/>
                <a:cs typeface="Helvetica Neue"/>
              </a:rPr>
              <a:t>05B</a:t>
            </a:r>
          </a:p>
        </p:txBody>
      </p:sp>
      <p:sp>
        <p:nvSpPr>
          <p:cNvPr id="3" name="Your signature,&#10;in Curious Human colours">
            <a:extLst xmlns:a="http://schemas.openxmlformats.org/drawingml/2006/main">
              <a:ext uri="{FF2B5EF4-FFF2-40B4-BE49-F238E27FC236}">
                <a16:creationId xmlns:a16="http://schemas.microsoft.com/office/drawing/2014/main" id="{3DEA3599-9E9F-42B2-B443-EC934B1B0A58}"/>
              </a:ext>
            </a:extLst>
          </p:cNvPr>
          <p:cNvSpPr>
            <a:spLocks xmlns:a="http://schemas.openxmlformats.org/drawingml/2006/main" noGrp="1"/>
          </p:cNvSpPr>
          <p:nvPr/>
        </p:nvSpPr>
        <p:spPr>
          <a:xfrm xmlns:a="http://schemas.openxmlformats.org/drawingml/2006/main">
            <a:off x="638175" y="3248025"/>
            <a:ext cx="1019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FFFFFF"/>
                </a:solidFill>
                <a:latin typeface="Georgia"/>
                <a:ea typeface="Georgia"/>
                <a:cs typeface="Georgia"/>
              </a:defRPr>
            </a:defPPr>
          </a:lstStyle>
          <a:p xmlns:a="http://schemas.openxmlformats.org/drawingml/2006/main">
            <a:pPr>
              <a:defRPr sz="3225" b="0">
                <a:solidFill>
                  <a:srgbClr val="FFFFFF"/>
                </a:solidFill>
                <a:latin typeface="Georgia"/>
                <a:ea typeface="Georgia"/>
                <a:cs typeface="Georgia"/>
              </a:defRPr>
            </a:pPr>
            <a:r>
              <a:rPr sz="3225" b="0">
                <a:solidFill>
                  <a:srgbClr val="FFFFFF"/>
                </a:solidFill>
                <a:latin typeface="Georgia"/>
                <a:ea typeface="Georgia"/>
                <a:cs typeface="Georgia"/>
              </a:rPr>
              <a:t>Your signature,</a:t>
            </a:r>
          </a:p>
          <a:p xmlns:a="http://schemas.openxmlformats.org/drawingml/2006/main">
            <a:pPr>
              <a:defRPr sz="3225" b="0">
                <a:solidFill>
                  <a:srgbClr val="FFFFFF"/>
                </a:solidFill>
                <a:latin typeface="Georgia"/>
                <a:ea typeface="Georgia"/>
                <a:cs typeface="Georgia"/>
              </a:defRPr>
            </a:pPr>
            <a:r>
              <a:rPr sz="3225" b="0">
                <a:solidFill>
                  <a:srgbClr val="FFFFFF"/>
                </a:solidFill>
                <a:latin typeface="Georgia"/>
                <a:ea typeface="Georgia"/>
                <a:cs typeface="Georgia"/>
              </a:rPr>
              <a:t>in Curious Human colours.</a:t>
            </a:r>
          </a:p>
        </p:txBody>
      </p:sp>
      <p:sp>
        <p:nvSpPr>
          <p:cNvPr id="4" name="The clearest interpretation of your late">
            <a:extLst xmlns:a="http://schemas.openxmlformats.org/drawingml/2006/main">
              <a:ext uri="{FF2B5EF4-FFF2-40B4-BE49-F238E27FC236}">
                <a16:creationId xmlns:a16="http://schemas.microsoft.com/office/drawing/2014/main" id="{D8186DE2-9268-4DD7-A6C0-780CF4910C81}"/>
              </a:ext>
            </a:extLst>
          </p:cNvPr>
          <p:cNvSpPr>
            <a:spLocks xmlns:a="http://schemas.openxmlformats.org/drawingml/2006/main" noGrp="1"/>
          </p:cNvSpPr>
          <p:nvPr/>
        </p:nvSpPr>
        <p:spPr>
          <a:xfrm xmlns:a="http://schemas.openxmlformats.org/drawingml/2006/main">
            <a:off x="638175" y="4953000"/>
            <a:ext cx="1019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FFFFFF"/>
                </a:solidFill>
                <a:latin typeface="Helvetica Neue"/>
                <a:ea typeface="Helvetica Neue"/>
                <a:cs typeface="Helvetica Neue"/>
              </a:defRPr>
            </a:defPPr>
          </a:lstStyle>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The clearest interpretation of your latest preference: the personal</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energy of 05 with the cream, ink and cobalt world of 01.</a:t>
            </a:r>
          </a:p>
        </p:txBody>
      </p:sp>
      <p:sp>
        <p:nvSpPr>
          <p:cNvPr id="5" name="06 for more play. 09 for calm. 10 for an">
            <a:extLst xmlns:a="http://schemas.openxmlformats.org/drawingml/2006/main">
              <a:ext uri="{FF2B5EF4-FFF2-40B4-BE49-F238E27FC236}">
                <a16:creationId xmlns:a16="http://schemas.microsoft.com/office/drawing/2014/main" id="{6A069340-FC25-4CCE-A7C9-CD44B9D89677}"/>
              </a:ext>
            </a:extLst>
          </p:cNvPr>
          <p:cNvSpPr>
            <a:spLocks xmlns:a="http://schemas.openxmlformats.org/drawingml/2006/main" noGrp="1"/>
          </p:cNvSpPr>
          <p:nvPr/>
        </p:nvSpPr>
        <p:spPr>
          <a:xfrm xmlns:a="http://schemas.openxmlformats.org/drawingml/2006/main">
            <a:off x="638175" y="6153150"/>
            <a:ext cx="1019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FFFFFF"/>
                </a:solidFill>
                <a:latin typeface="Helvetica Neue"/>
                <a:ea typeface="Helvetica Neue"/>
                <a:cs typeface="Helvetica Neue"/>
              </a:defRPr>
            </a:defPPr>
          </a:lstStyle>
          <a:p xmlns:a="http://schemas.openxmlformats.org/drawingml/2006/main">
            <a:pP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06 for more play. 09 for calm. 10 for an editorial voice.</a:t>
            </a:r>
          </a:p>
        </p:txBody>
      </p:sp>
      <p:sp>
        <p:nvSpPr>
          <p:cNvPr id="6" name="Which one feels most like you now?">
            <a:extLst xmlns:a="http://schemas.openxmlformats.org/drawingml/2006/main">
              <a:ext uri="{FF2B5EF4-FFF2-40B4-BE49-F238E27FC236}">
                <a16:creationId xmlns:a16="http://schemas.microsoft.com/office/drawing/2014/main" id="{96FC93D7-BE62-4E06-80A0-460F9FBE9E70}"/>
              </a:ext>
            </a:extLst>
          </p:cNvPr>
          <p:cNvSpPr>
            <a:spLocks xmlns:a="http://schemas.openxmlformats.org/drawingml/2006/main" noGrp="1"/>
          </p:cNvSpPr>
          <p:nvPr/>
        </p:nvSpPr>
        <p:spPr>
          <a:xfrm xmlns:a="http://schemas.openxmlformats.org/drawingml/2006/main">
            <a:off x="638175" y="6819900"/>
            <a:ext cx="1019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625" b="1">
                <a:solidFill>
                  <a:srgbClr val="FFFFFF"/>
                </a:solidFill>
                <a:latin typeface="Helvetica Neue"/>
                <a:ea typeface="Helvetica Neue"/>
                <a:cs typeface="Helvetica Neue"/>
              </a:defRPr>
            </a:defPPr>
          </a:lstStyle>
          <a:p xmlns:a="http://schemas.openxmlformats.org/drawingml/2006/main">
            <a:pPr>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Which one feels most like you now?</a:t>
            </a:r>
          </a:p>
        </p:txBody>
      </p:sp>
    </p:spTree>
    <p:extLst>
      <p:ext uri="{BB962C8B-B14F-4D97-AF65-F5344CB8AC3E}">
        <p14:creationId xmlns:p14="http://schemas.microsoft.com/office/powerpoint/2010/main" val="1074271352"/>
      </p:ext>
    </p:extLst>
  </p:cSld>
</p:sld>
</file>

<file path=ppt/theme/theme1.xml><?xml version="1.0" encoding="utf-8"?>
<a:theme xmlns:a="http://schemas.openxmlformats.org/drawingml/2006/main" name="ChatGPT">
  <a:themeElements>
    <a:clrScheme name="Curious Human Cobalt">
      <a:dk1>
        <a:srgbClr val="20211E"/>
      </a:dk1>
      <a:lt1>
        <a:srgbClr val="FFFFFF"/>
      </a:lt1>
      <a:dk2>
        <a:srgbClr val="62665E"/>
      </a:dk2>
      <a:lt2>
        <a:srgbClr val="F6F5EF"/>
      </a:lt2>
      <a:accent1>
        <a:srgbClr val="2453FF"/>
      </a:accent1>
      <a:accent2>
        <a:srgbClr val="20211E"/>
      </a:accent2>
      <a:accent3>
        <a:srgbClr val="DDEF8B"/>
      </a:accent3>
      <a:accent4>
        <a:srgbClr val="EEA93C"/>
      </a:accent4>
      <a:accent5>
        <a:srgbClr val="DB4975"/>
      </a:accent5>
      <a:accent6>
        <a:srgbClr val="498B81"/>
      </a:accent6>
      <a:hlink>
        <a:srgbClr val="2453FF"/>
      </a:hlink>
      <a:folHlink>
        <a:srgbClr val="2453FF"/>
      </a:folHlink>
    </a:clrScheme>
    <a:fontScheme name="">
      <a:majorFont>
        <a:latin typeface="Aptos"/>
        <a:ea typeface=""/>
        <a:cs typeface=""/>
      </a:majorFont>
      <a:minorFont>
        <a:latin typeface="Aptos"/>
        <a:ea typeface=""/>
        <a:cs typeface=""/>
      </a:minorFont>
    </a:fontScheme>
    <a:fmtScheme name="Curious Human Cobal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2026-10-09T07:22:00.3350000Z</dcterms:created>
  <dcterms:modified xsi:type="dcterms:W3CDTF">2026-10-09T07:22:00.3350000Z</dcterms:modified>
</coreProperties>
</file>